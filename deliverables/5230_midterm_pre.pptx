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259" r:id="rId3"/>
    <p:sldId id="293" r:id="rId4"/>
    <p:sldId id="294" r:id="rId5"/>
    <p:sldId id="295" r:id="rId6"/>
    <p:sldId id="296" r:id="rId7"/>
    <p:sldId id="299" r:id="rId8"/>
    <p:sldId id="297" r:id="rId9"/>
    <p:sldId id="298" r:id="rId10"/>
    <p:sldId id="29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2EFE20-A0D2-475D-BCF7-10386E1F71AF}" v="164" dt="2026-03-04T05:53:09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, Yihang" userId="e1162f6a-9860-46a2-b37f-c8a16a76465c" providerId="ADAL" clId="{6E7872AF-156C-4EB8-9E78-AD1F8AFACA6F}"/>
    <pc:docChg chg="undo custSel addSld delSld modSld sldOrd">
      <pc:chgData name="SU, Yihang" userId="e1162f6a-9860-46a2-b37f-c8a16a76465c" providerId="ADAL" clId="{6E7872AF-156C-4EB8-9E78-AD1F8AFACA6F}" dt="2026-03-04T05:53:51.158" v="2165" actId="1076"/>
      <pc:docMkLst>
        <pc:docMk/>
      </pc:docMkLst>
      <pc:sldChg chg="modSp mod">
        <pc:chgData name="SU, Yihang" userId="e1162f6a-9860-46a2-b37f-c8a16a76465c" providerId="ADAL" clId="{6E7872AF-156C-4EB8-9E78-AD1F8AFACA6F}" dt="2026-03-03T08:09:18.160" v="51" actId="20577"/>
        <pc:sldMkLst>
          <pc:docMk/>
          <pc:sldMk cId="1276291040" sldId="258"/>
        </pc:sldMkLst>
        <pc:spChg chg="mod">
          <ac:chgData name="SU, Yihang" userId="e1162f6a-9860-46a2-b37f-c8a16a76465c" providerId="ADAL" clId="{6E7872AF-156C-4EB8-9E78-AD1F8AFACA6F}" dt="2026-03-03T08:08:34.476" v="19"/>
          <ac:spMkLst>
            <pc:docMk/>
            <pc:sldMk cId="1276291040" sldId="258"/>
            <ac:spMk id="37" creationId="{224F931E-5D1B-4773-AAE2-4A676BE3795E}"/>
          </ac:spMkLst>
        </pc:spChg>
        <pc:spChg chg="mod">
          <ac:chgData name="SU, Yihang" userId="e1162f6a-9860-46a2-b37f-c8a16a76465c" providerId="ADAL" clId="{6E7872AF-156C-4EB8-9E78-AD1F8AFACA6F}" dt="2026-03-03T08:09:18.160" v="51" actId="20577"/>
          <ac:spMkLst>
            <pc:docMk/>
            <pc:sldMk cId="1276291040" sldId="258"/>
            <ac:spMk id="45" creationId="{D918A009-49BA-4EFB-A16A-FF5EDA964756}"/>
          </ac:spMkLst>
        </pc:spChg>
      </pc:sldChg>
      <pc:sldChg chg="modSp mod">
        <pc:chgData name="SU, Yihang" userId="e1162f6a-9860-46a2-b37f-c8a16a76465c" providerId="ADAL" clId="{6E7872AF-156C-4EB8-9E78-AD1F8AFACA6F}" dt="2026-03-04T05:28:31.759" v="2027" actId="1076"/>
        <pc:sldMkLst>
          <pc:docMk/>
          <pc:sldMk cId="3102338942" sldId="259"/>
        </pc:sldMkLst>
        <pc:spChg chg="mod">
          <ac:chgData name="SU, Yihang" userId="e1162f6a-9860-46a2-b37f-c8a16a76465c" providerId="ADAL" clId="{6E7872AF-156C-4EB8-9E78-AD1F8AFACA6F}" dt="2026-03-04T05:28:31.759" v="2027" actId="1076"/>
          <ac:spMkLst>
            <pc:docMk/>
            <pc:sldMk cId="3102338942" sldId="259"/>
            <ac:spMk id="3" creationId="{A7B54924-9D3F-645A-DEB5-331739D942C9}"/>
          </ac:spMkLst>
        </pc:spChg>
      </pc:sldChg>
      <pc:sldChg chg="del">
        <pc:chgData name="SU, Yihang" userId="e1162f6a-9860-46a2-b37f-c8a16a76465c" providerId="ADAL" clId="{6E7872AF-156C-4EB8-9E78-AD1F8AFACA6F}" dt="2026-03-03T09:14:53.278" v="873" actId="2696"/>
        <pc:sldMkLst>
          <pc:docMk/>
          <pc:sldMk cId="322288780" sldId="274"/>
        </pc:sldMkLst>
      </pc:sldChg>
      <pc:sldChg chg="addSp modSp add mod">
        <pc:chgData name="SU, Yihang" userId="e1162f6a-9860-46a2-b37f-c8a16a76465c" providerId="ADAL" clId="{6E7872AF-156C-4EB8-9E78-AD1F8AFACA6F}" dt="2026-03-03T08:44:10.420" v="597" actId="20577"/>
        <pc:sldMkLst>
          <pc:docMk/>
          <pc:sldMk cId="1158632534" sldId="293"/>
        </pc:sldMkLst>
        <pc:spChg chg="mod">
          <ac:chgData name="SU, Yihang" userId="e1162f6a-9860-46a2-b37f-c8a16a76465c" providerId="ADAL" clId="{6E7872AF-156C-4EB8-9E78-AD1F8AFACA6F}" dt="2026-03-03T08:44:10.420" v="597" actId="20577"/>
          <ac:spMkLst>
            <pc:docMk/>
            <pc:sldMk cId="1158632534" sldId="293"/>
            <ac:spMk id="3" creationId="{8F7BFE62-9EDD-CD85-9D66-85521E430E30}"/>
          </ac:spMkLst>
        </pc:spChg>
        <pc:spChg chg="mod">
          <ac:chgData name="SU, Yihang" userId="e1162f6a-9860-46a2-b37f-c8a16a76465c" providerId="ADAL" clId="{6E7872AF-156C-4EB8-9E78-AD1F8AFACA6F}" dt="2026-03-03T08:15:01.950" v="85" actId="20577"/>
          <ac:spMkLst>
            <pc:docMk/>
            <pc:sldMk cId="1158632534" sldId="293"/>
            <ac:spMk id="13" creationId="{A1CD79FE-A8F8-8175-E167-58C5147118A2}"/>
          </ac:spMkLst>
        </pc:spChg>
        <pc:picChg chg="add mod">
          <ac:chgData name="SU, Yihang" userId="e1162f6a-9860-46a2-b37f-c8a16a76465c" providerId="ADAL" clId="{6E7872AF-156C-4EB8-9E78-AD1F8AFACA6F}" dt="2026-03-03T08:43:20.356" v="589" actId="1076"/>
          <ac:picMkLst>
            <pc:docMk/>
            <pc:sldMk cId="1158632534" sldId="293"/>
            <ac:picMk id="4" creationId="{1CA12C2F-CCE7-F4F4-A8BF-BE3B9DAA9D1E}"/>
          </ac:picMkLst>
        </pc:picChg>
        <pc:picChg chg="add mod">
          <ac:chgData name="SU, Yihang" userId="e1162f6a-9860-46a2-b37f-c8a16a76465c" providerId="ADAL" clId="{6E7872AF-156C-4EB8-9E78-AD1F8AFACA6F}" dt="2026-03-03T08:43:16.185" v="588" actId="1076"/>
          <ac:picMkLst>
            <pc:docMk/>
            <pc:sldMk cId="1158632534" sldId="293"/>
            <ac:picMk id="9" creationId="{00B826D8-3F82-9DC3-7203-EC088579A742}"/>
          </ac:picMkLst>
        </pc:picChg>
      </pc:sldChg>
      <pc:sldChg chg="addSp delSp modSp add mod">
        <pc:chgData name="SU, Yihang" userId="e1162f6a-9860-46a2-b37f-c8a16a76465c" providerId="ADAL" clId="{6E7872AF-156C-4EB8-9E78-AD1F8AFACA6F}" dt="2026-03-03T08:54:35.073" v="786" actId="20577"/>
        <pc:sldMkLst>
          <pc:docMk/>
          <pc:sldMk cId="296042671" sldId="294"/>
        </pc:sldMkLst>
        <pc:spChg chg="mod">
          <ac:chgData name="SU, Yihang" userId="e1162f6a-9860-46a2-b37f-c8a16a76465c" providerId="ADAL" clId="{6E7872AF-156C-4EB8-9E78-AD1F8AFACA6F}" dt="2026-03-03T08:54:35.073" v="786" actId="20577"/>
          <ac:spMkLst>
            <pc:docMk/>
            <pc:sldMk cId="296042671" sldId="294"/>
            <ac:spMk id="3" creationId="{C9EF235E-3A20-78F0-A570-C71AA7756257}"/>
          </ac:spMkLst>
        </pc:spChg>
        <pc:spChg chg="add mod">
          <ac:chgData name="SU, Yihang" userId="e1162f6a-9860-46a2-b37f-c8a16a76465c" providerId="ADAL" clId="{6E7872AF-156C-4EB8-9E78-AD1F8AFACA6F}" dt="2026-03-03T08:46:13.109" v="599"/>
          <ac:spMkLst>
            <pc:docMk/>
            <pc:sldMk cId="296042671" sldId="294"/>
            <ac:spMk id="9" creationId="{AF9440D2-9784-E108-8B67-AB8ABB49C858}"/>
          </ac:spMkLst>
        </pc:spChg>
        <pc:spChg chg="add mod">
          <ac:chgData name="SU, Yihang" userId="e1162f6a-9860-46a2-b37f-c8a16a76465c" providerId="ADAL" clId="{6E7872AF-156C-4EB8-9E78-AD1F8AFACA6F}" dt="2026-03-03T08:46:54.155" v="618"/>
          <ac:spMkLst>
            <pc:docMk/>
            <pc:sldMk cId="296042671" sldId="294"/>
            <ac:spMk id="12" creationId="{43DCF007-528D-CA65-6580-67DC256FCCE8}"/>
          </ac:spMkLst>
        </pc:spChg>
        <pc:spChg chg="mod">
          <ac:chgData name="SU, Yihang" userId="e1162f6a-9860-46a2-b37f-c8a16a76465c" providerId="ADAL" clId="{6E7872AF-156C-4EB8-9E78-AD1F8AFACA6F}" dt="2026-03-03T08:25:56.230" v="342" actId="20577"/>
          <ac:spMkLst>
            <pc:docMk/>
            <pc:sldMk cId="296042671" sldId="294"/>
            <ac:spMk id="13" creationId="{FB9E6F25-AB60-7702-D1A3-ACA3DFFB01C9}"/>
          </ac:spMkLst>
        </pc:spChg>
        <pc:spChg chg="add del mod">
          <ac:chgData name="SU, Yihang" userId="e1162f6a-9860-46a2-b37f-c8a16a76465c" providerId="ADAL" clId="{6E7872AF-156C-4EB8-9E78-AD1F8AFACA6F}" dt="2026-03-03T08:46:53.782" v="617" actId="22"/>
          <ac:spMkLst>
            <pc:docMk/>
            <pc:sldMk cId="296042671" sldId="294"/>
            <ac:spMk id="15" creationId="{E162700C-E9F2-3E19-7394-8AE82A332600}"/>
          </ac:spMkLst>
        </pc:spChg>
        <pc:spChg chg="add del mod">
          <ac:chgData name="SU, Yihang" userId="e1162f6a-9860-46a2-b37f-c8a16a76465c" providerId="ADAL" clId="{6E7872AF-156C-4EB8-9E78-AD1F8AFACA6F}" dt="2026-03-03T08:47:06.368" v="621" actId="478"/>
          <ac:spMkLst>
            <pc:docMk/>
            <pc:sldMk cId="296042671" sldId="294"/>
            <ac:spMk id="17" creationId="{58DE7124-7E71-14A2-43CA-61C49780DDB5}"/>
          </ac:spMkLst>
        </pc:spChg>
        <pc:graphicFrameChg chg="add mod">
          <ac:chgData name="SU, Yihang" userId="e1162f6a-9860-46a2-b37f-c8a16a76465c" providerId="ADAL" clId="{6E7872AF-156C-4EB8-9E78-AD1F8AFACA6F}" dt="2026-03-03T08:46:11.289" v="598"/>
          <ac:graphicFrameMkLst>
            <pc:docMk/>
            <pc:sldMk cId="296042671" sldId="294"/>
            <ac:graphicFrameMk id="4" creationId="{784C5DA0-01F0-8A35-71B2-CDCDEBE3E629}"/>
          </ac:graphicFrameMkLst>
        </pc:graphicFrameChg>
        <pc:graphicFrameChg chg="add del mod modGraphic">
          <ac:chgData name="SU, Yihang" userId="e1162f6a-9860-46a2-b37f-c8a16a76465c" providerId="ADAL" clId="{6E7872AF-156C-4EB8-9E78-AD1F8AFACA6F}" dt="2026-03-03T08:46:52.969" v="615" actId="20577"/>
          <ac:graphicFrameMkLst>
            <pc:docMk/>
            <pc:sldMk cId="296042671" sldId="294"/>
            <ac:graphicFrameMk id="11" creationId="{4C38176E-ED4B-8A7D-8F94-D39B8D8619B2}"/>
          </ac:graphicFrameMkLst>
        </pc:graphicFrameChg>
      </pc:sldChg>
      <pc:sldChg chg="addSp delSp modSp add mod">
        <pc:chgData name="SU, Yihang" userId="e1162f6a-9860-46a2-b37f-c8a16a76465c" providerId="ADAL" clId="{6E7872AF-156C-4EB8-9E78-AD1F8AFACA6F}" dt="2026-03-03T09:53:23.252" v="995" actId="1076"/>
        <pc:sldMkLst>
          <pc:docMk/>
          <pc:sldMk cId="1251279313" sldId="295"/>
        </pc:sldMkLst>
        <pc:spChg chg="add del mod">
          <ac:chgData name="SU, Yihang" userId="e1162f6a-9860-46a2-b37f-c8a16a76465c" providerId="ADAL" clId="{6E7872AF-156C-4EB8-9E78-AD1F8AFACA6F}" dt="2026-03-03T09:53:19.982" v="994" actId="1076"/>
          <ac:spMkLst>
            <pc:docMk/>
            <pc:sldMk cId="1251279313" sldId="295"/>
            <ac:spMk id="3" creationId="{09FEFC5B-2872-B1DE-F5D3-486F080DEDD8}"/>
          </ac:spMkLst>
        </pc:spChg>
        <pc:spChg chg="add mod">
          <ac:chgData name="SU, Yihang" userId="e1162f6a-9860-46a2-b37f-c8a16a76465c" providerId="ADAL" clId="{6E7872AF-156C-4EB8-9E78-AD1F8AFACA6F}" dt="2026-03-03T09:53:02.926" v="993" actId="1076"/>
          <ac:spMkLst>
            <pc:docMk/>
            <pc:sldMk cId="1251279313" sldId="295"/>
            <ac:spMk id="11" creationId="{33E961F5-C8FE-2072-EA48-91AA0ABBED8B}"/>
          </ac:spMkLst>
        </pc:spChg>
        <pc:spChg chg="mod">
          <ac:chgData name="SU, Yihang" userId="e1162f6a-9860-46a2-b37f-c8a16a76465c" providerId="ADAL" clId="{6E7872AF-156C-4EB8-9E78-AD1F8AFACA6F}" dt="2026-03-03T09:08:47.331" v="794" actId="20577"/>
          <ac:spMkLst>
            <pc:docMk/>
            <pc:sldMk cId="1251279313" sldId="295"/>
            <ac:spMk id="13" creationId="{73DCC1E4-7DE0-1BDD-31A7-FFE70AB34AD7}"/>
          </ac:spMkLst>
        </pc:spChg>
        <pc:picChg chg="add mod">
          <ac:chgData name="SU, Yihang" userId="e1162f6a-9860-46a2-b37f-c8a16a76465c" providerId="ADAL" clId="{6E7872AF-156C-4EB8-9E78-AD1F8AFACA6F}" dt="2026-03-03T09:53:23.252" v="995" actId="1076"/>
          <ac:picMkLst>
            <pc:docMk/>
            <pc:sldMk cId="1251279313" sldId="295"/>
            <ac:picMk id="9" creationId="{E39BF797-F6EC-536F-2E84-0FF9431C3EAD}"/>
          </ac:picMkLst>
        </pc:picChg>
        <pc:picChg chg="add mod modCrop">
          <ac:chgData name="SU, Yihang" userId="e1162f6a-9860-46a2-b37f-c8a16a76465c" providerId="ADAL" clId="{6E7872AF-156C-4EB8-9E78-AD1F8AFACA6F}" dt="2026-03-03T09:52:57.720" v="992" actId="1076"/>
          <ac:picMkLst>
            <pc:docMk/>
            <pc:sldMk cId="1251279313" sldId="295"/>
            <ac:picMk id="14" creationId="{82CEE57D-789F-4ADD-A885-14E4AC950E4D}"/>
          </ac:picMkLst>
        </pc:picChg>
      </pc:sldChg>
      <pc:sldChg chg="addSp delSp modSp add mod ord">
        <pc:chgData name="SU, Yihang" userId="e1162f6a-9860-46a2-b37f-c8a16a76465c" providerId="ADAL" clId="{6E7872AF-156C-4EB8-9E78-AD1F8AFACA6F}" dt="2026-03-04T04:51:36.935" v="1260" actId="1076"/>
        <pc:sldMkLst>
          <pc:docMk/>
          <pc:sldMk cId="730261201" sldId="296"/>
        </pc:sldMkLst>
        <pc:spChg chg="mod">
          <ac:chgData name="SU, Yihang" userId="e1162f6a-9860-46a2-b37f-c8a16a76465c" providerId="ADAL" clId="{6E7872AF-156C-4EB8-9E78-AD1F8AFACA6F}" dt="2026-03-03T09:57:10.907" v="1008" actId="1076"/>
          <ac:spMkLst>
            <pc:docMk/>
            <pc:sldMk cId="730261201" sldId="296"/>
            <ac:spMk id="2" creationId="{6A50F6E5-205E-0611-4881-A7233D9464BC}"/>
          </ac:spMkLst>
        </pc:spChg>
        <pc:spChg chg="add del mod">
          <ac:chgData name="SU, Yihang" userId="e1162f6a-9860-46a2-b37f-c8a16a76465c" providerId="ADAL" clId="{6E7872AF-156C-4EB8-9E78-AD1F8AFACA6F}" dt="2026-03-04T04:51:36.935" v="1260" actId="1076"/>
          <ac:spMkLst>
            <pc:docMk/>
            <pc:sldMk cId="730261201" sldId="296"/>
            <ac:spMk id="3" creationId="{36E8D0FC-B66B-B70D-F914-84C24E5D72B3}"/>
          </ac:spMkLst>
        </pc:spChg>
        <pc:spChg chg="mod">
          <ac:chgData name="SU, Yihang" userId="e1162f6a-9860-46a2-b37f-c8a16a76465c" providerId="ADAL" clId="{6E7872AF-156C-4EB8-9E78-AD1F8AFACA6F}" dt="2026-03-04T04:47:26.271" v="1237" actId="20577"/>
          <ac:spMkLst>
            <pc:docMk/>
            <pc:sldMk cId="730261201" sldId="296"/>
            <ac:spMk id="13" creationId="{8302B916-D5B0-1A9F-AC66-7D10D2D5D214}"/>
          </ac:spMkLst>
        </pc:spChg>
        <pc:picChg chg="add del mod">
          <ac:chgData name="SU, Yihang" userId="e1162f6a-9860-46a2-b37f-c8a16a76465c" providerId="ADAL" clId="{6E7872AF-156C-4EB8-9E78-AD1F8AFACA6F}" dt="2026-03-03T09:55:55.627" v="1001" actId="478"/>
          <ac:picMkLst>
            <pc:docMk/>
            <pc:sldMk cId="730261201" sldId="296"/>
            <ac:picMk id="2050" creationId="{BAB9B53C-739C-E309-657E-55D816D59A8D}"/>
          </ac:picMkLst>
        </pc:picChg>
        <pc:picChg chg="add mod">
          <ac:chgData name="SU, Yihang" userId="e1162f6a-9860-46a2-b37f-c8a16a76465c" providerId="ADAL" clId="{6E7872AF-156C-4EB8-9E78-AD1F8AFACA6F}" dt="2026-03-03T09:57:24.602" v="1011" actId="1076"/>
          <ac:picMkLst>
            <pc:docMk/>
            <pc:sldMk cId="730261201" sldId="296"/>
            <ac:picMk id="3074" creationId="{47590D41-7112-1205-7932-B2A5147F847D}"/>
          </ac:picMkLst>
        </pc:picChg>
      </pc:sldChg>
      <pc:sldChg chg="addSp delSp modSp add mod">
        <pc:chgData name="SU, Yihang" userId="e1162f6a-9860-46a2-b37f-c8a16a76465c" providerId="ADAL" clId="{6E7872AF-156C-4EB8-9E78-AD1F8AFACA6F}" dt="2026-03-04T05:53:51.158" v="2165" actId="1076"/>
        <pc:sldMkLst>
          <pc:docMk/>
          <pc:sldMk cId="404556502" sldId="297"/>
        </pc:sldMkLst>
        <pc:spChg chg="add del mod">
          <ac:chgData name="SU, Yihang" userId="e1162f6a-9860-46a2-b37f-c8a16a76465c" providerId="ADAL" clId="{6E7872AF-156C-4EB8-9E78-AD1F8AFACA6F}" dt="2026-03-04T05:53:37.860" v="2163" actId="1076"/>
          <ac:spMkLst>
            <pc:docMk/>
            <pc:sldMk cId="404556502" sldId="297"/>
            <ac:spMk id="3" creationId="{11112CD7-BB80-B24D-5702-8ECAE4F1991A}"/>
          </ac:spMkLst>
        </pc:spChg>
        <pc:spChg chg="mod">
          <ac:chgData name="SU, Yihang" userId="e1162f6a-9860-46a2-b37f-c8a16a76465c" providerId="ADAL" clId="{6E7872AF-156C-4EB8-9E78-AD1F8AFACA6F}" dt="2026-03-03T09:15:45.504" v="899" actId="20577"/>
          <ac:spMkLst>
            <pc:docMk/>
            <pc:sldMk cId="404556502" sldId="297"/>
            <ac:spMk id="13" creationId="{7B9C9B21-2AA6-1B13-59C7-07EEF35E60E3}"/>
          </ac:spMkLst>
        </pc:spChg>
        <pc:picChg chg="add mod">
          <ac:chgData name="SU, Yihang" userId="e1162f6a-9860-46a2-b37f-c8a16a76465c" providerId="ADAL" clId="{6E7872AF-156C-4EB8-9E78-AD1F8AFACA6F}" dt="2026-03-04T05:53:51.158" v="2165" actId="1076"/>
          <ac:picMkLst>
            <pc:docMk/>
            <pc:sldMk cId="404556502" sldId="297"/>
            <ac:picMk id="4" creationId="{7D76BEA8-09F0-95DE-866C-A6833E01E104}"/>
          </ac:picMkLst>
        </pc:picChg>
      </pc:sldChg>
      <pc:sldChg chg="addSp delSp modSp add mod">
        <pc:chgData name="SU, Yihang" userId="e1162f6a-9860-46a2-b37f-c8a16a76465c" providerId="ADAL" clId="{6E7872AF-156C-4EB8-9E78-AD1F8AFACA6F}" dt="2026-03-04T05:38:29.304" v="2156" actId="207"/>
        <pc:sldMkLst>
          <pc:docMk/>
          <pc:sldMk cId="4289242172" sldId="298"/>
        </pc:sldMkLst>
        <pc:spChg chg="del">
          <ac:chgData name="SU, Yihang" userId="e1162f6a-9860-46a2-b37f-c8a16a76465c" providerId="ADAL" clId="{6E7872AF-156C-4EB8-9E78-AD1F8AFACA6F}" dt="2026-03-04T05:08:21.728" v="1677" actId="478"/>
          <ac:spMkLst>
            <pc:docMk/>
            <pc:sldMk cId="4289242172" sldId="298"/>
            <ac:spMk id="3" creationId="{E6A4CEF4-069E-BB01-4A8E-0FE5C2282314}"/>
          </ac:spMkLst>
        </pc:spChg>
        <pc:spChg chg="mod">
          <ac:chgData name="SU, Yihang" userId="e1162f6a-9860-46a2-b37f-c8a16a76465c" providerId="ADAL" clId="{6E7872AF-156C-4EB8-9E78-AD1F8AFACA6F}" dt="2026-03-03T09:15:59.013" v="918" actId="20577"/>
          <ac:spMkLst>
            <pc:docMk/>
            <pc:sldMk cId="4289242172" sldId="298"/>
            <ac:spMk id="13" creationId="{236F1324-3305-769B-8BD3-1E19A2B0C296}"/>
          </ac:spMkLst>
        </pc:spChg>
        <pc:graphicFrameChg chg="add del">
          <ac:chgData name="SU, Yihang" userId="e1162f6a-9860-46a2-b37f-c8a16a76465c" providerId="ADAL" clId="{6E7872AF-156C-4EB8-9E78-AD1F8AFACA6F}" dt="2026-03-04T05:09:03.672" v="1679" actId="3680"/>
          <ac:graphicFrameMkLst>
            <pc:docMk/>
            <pc:sldMk cId="4289242172" sldId="298"/>
            <ac:graphicFrameMk id="4" creationId="{7E5074D6-2710-6900-19F2-8D9B0AE8A9BF}"/>
          </ac:graphicFrameMkLst>
        </pc:graphicFrameChg>
        <pc:graphicFrameChg chg="add mod modGraphic">
          <ac:chgData name="SU, Yihang" userId="e1162f6a-9860-46a2-b37f-c8a16a76465c" providerId="ADAL" clId="{6E7872AF-156C-4EB8-9E78-AD1F8AFACA6F}" dt="2026-03-04T05:38:29.304" v="2156" actId="207"/>
          <ac:graphicFrameMkLst>
            <pc:docMk/>
            <pc:sldMk cId="4289242172" sldId="298"/>
            <ac:graphicFrameMk id="9" creationId="{DEBB2F1F-96DB-17CE-69E7-FBAC64884D23}"/>
          </ac:graphicFrameMkLst>
        </pc:graphicFrameChg>
        <pc:picChg chg="add del">
          <ac:chgData name="SU, Yihang" userId="e1162f6a-9860-46a2-b37f-c8a16a76465c" providerId="ADAL" clId="{6E7872AF-156C-4EB8-9E78-AD1F8AFACA6F}" dt="2026-03-04T05:17:08.085" v="1886" actId="22"/>
          <ac:picMkLst>
            <pc:docMk/>
            <pc:sldMk cId="4289242172" sldId="298"/>
            <ac:picMk id="12" creationId="{827E188E-26A9-E64D-2E13-CA9BF672553B}"/>
          </ac:picMkLst>
        </pc:picChg>
      </pc:sldChg>
      <pc:sldChg chg="addSp delSp modSp add mod ord">
        <pc:chgData name="SU, Yihang" userId="e1162f6a-9860-46a2-b37f-c8a16a76465c" providerId="ADAL" clId="{6E7872AF-156C-4EB8-9E78-AD1F8AFACA6F}" dt="2026-03-04T04:56:50.762" v="1379" actId="1076"/>
        <pc:sldMkLst>
          <pc:docMk/>
          <pc:sldMk cId="1658088876" sldId="299"/>
        </pc:sldMkLst>
        <pc:spChg chg="add del mod">
          <ac:chgData name="SU, Yihang" userId="e1162f6a-9860-46a2-b37f-c8a16a76465c" providerId="ADAL" clId="{6E7872AF-156C-4EB8-9E78-AD1F8AFACA6F}" dt="2026-03-04T04:56:50.762" v="1379" actId="1076"/>
          <ac:spMkLst>
            <pc:docMk/>
            <pc:sldMk cId="1658088876" sldId="299"/>
            <ac:spMk id="3" creationId="{38B094C9-1D93-BC78-4CC0-614496D3ADB3}"/>
          </ac:spMkLst>
        </pc:spChg>
        <pc:spChg chg="mod">
          <ac:chgData name="SU, Yihang" userId="e1162f6a-9860-46a2-b37f-c8a16a76465c" providerId="ADAL" clId="{6E7872AF-156C-4EB8-9E78-AD1F8AFACA6F}" dt="2026-03-04T04:52:49.802" v="1292" actId="20577"/>
          <ac:spMkLst>
            <pc:docMk/>
            <pc:sldMk cId="1658088876" sldId="299"/>
            <ac:spMk id="13" creationId="{D2638E04-16B8-6464-3A08-43B5838FDDEC}"/>
          </ac:spMkLst>
        </pc:spChg>
        <pc:picChg chg="mod">
          <ac:chgData name="SU, Yihang" userId="e1162f6a-9860-46a2-b37f-c8a16a76465c" providerId="ADAL" clId="{6E7872AF-156C-4EB8-9E78-AD1F8AFACA6F}" dt="2026-03-04T04:56:21.095" v="1374" actId="1076"/>
          <ac:picMkLst>
            <pc:docMk/>
            <pc:sldMk cId="1658088876" sldId="299"/>
            <ac:picMk id="2050" creationId="{8EFADBF6-3B44-ECB1-3567-AA435C1A15FA}"/>
          </ac:picMkLst>
        </pc:picChg>
      </pc:sldChg>
      <pc:sldChg chg="addSp delSp modSp add del mod">
        <pc:chgData name="SU, Yihang" userId="e1162f6a-9860-46a2-b37f-c8a16a76465c" providerId="ADAL" clId="{6E7872AF-156C-4EB8-9E78-AD1F8AFACA6F}" dt="2026-03-03T09:55:21.612" v="997" actId="2696"/>
        <pc:sldMkLst>
          <pc:docMk/>
          <pc:sldMk cId="4265510989" sldId="299"/>
        </pc:sldMkLst>
        <pc:spChg chg="del mod">
          <ac:chgData name="SU, Yihang" userId="e1162f6a-9860-46a2-b37f-c8a16a76465c" providerId="ADAL" clId="{6E7872AF-156C-4EB8-9E78-AD1F8AFACA6F}" dt="2026-03-03T09:40:11.522" v="980" actId="478"/>
          <ac:spMkLst>
            <pc:docMk/>
            <pc:sldMk cId="4265510989" sldId="299"/>
            <ac:spMk id="11" creationId="{3D124DF1-2E41-D6B6-AE56-DC2B74352D9C}"/>
          </ac:spMkLst>
        </pc:spChg>
        <pc:picChg chg="del">
          <ac:chgData name="SU, Yihang" userId="e1162f6a-9860-46a2-b37f-c8a16a76465c" providerId="ADAL" clId="{6E7872AF-156C-4EB8-9E78-AD1F8AFACA6F}" dt="2026-03-03T09:40:01.677" v="976" actId="478"/>
          <ac:picMkLst>
            <pc:docMk/>
            <pc:sldMk cId="4265510989" sldId="299"/>
            <ac:picMk id="9" creationId="{B6ABF19C-D574-C76E-69B1-B03EB773328C}"/>
          </ac:picMkLst>
        </pc:picChg>
        <pc:picChg chg="add del mod">
          <ac:chgData name="SU, Yihang" userId="e1162f6a-9860-46a2-b37f-c8a16a76465c" providerId="ADAL" clId="{6E7872AF-156C-4EB8-9E78-AD1F8AFACA6F}" dt="2026-03-03T09:55:19.090" v="996" actId="21"/>
          <ac:picMkLst>
            <pc:docMk/>
            <pc:sldMk cId="4265510989" sldId="299"/>
            <ac:picMk id="3074" creationId="{47590D41-7112-1205-7932-B2A5147F847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01C053-4CC5-4ED2-82A7-E316E6657877}" type="datetimeFigureOut">
              <a:rPr lang="en-HK" smtClean="0"/>
              <a:t>3/3/2026</a:t>
            </a:fld>
            <a:endParaRPr lang="en-HK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3C199-9670-49F3-8A35-599BF4849D7C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8282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920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02F71-05A9-A627-F8B4-46C960F26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D807B-05E1-4493-71E8-BD77AEB13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7617DF-DC0E-0ECA-5AB6-F3AA754BA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91847-34CE-9724-5EB0-7D91A988F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450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F10C8-8CA1-3BE7-1AA5-81E3D1A55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AC3C1-40BF-7587-CDF1-21BF266DE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C331D-538D-84FD-5DDD-22B0FF911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9DD1D-FABB-EC21-A0D1-461F1CAFD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564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C40B4-40D5-C345-D338-C0002F03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FA31E-C7E7-0E95-8963-590C27F0C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7449F-20F1-0D5B-DDA0-79C1021D4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85E86-810D-E45A-CA43-C1EBF5DF1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230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514BC-CCF8-0C3A-F86C-6230C2528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9DFFD-F934-E86D-A0DC-9459A125E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88CD1-ABBC-7AF8-B1DB-71F06BDDB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F55BB-C726-DD52-9024-92640CA84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975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F3613-DFDD-3D07-ADFB-9966EE6E3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60C9E-88AE-8A1D-36B7-A51AFC3A1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5B9C8-5AF6-11E3-E71E-6BCBE9182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6EA01-89FD-C385-AB0D-7D1B8F319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046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EE545-274C-2BBD-756E-9708B2DC0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84299-1BF9-C593-E227-6C09074CB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155BA-1320-96C0-D20B-B306E217F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5C56E-D9FF-CBB1-EB68-D1E479693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084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2ADDE-E647-3353-2211-C43F1FB5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3A213-FDCC-DB68-D1E0-9C94B5726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1323B-97BC-BA9E-C54F-48E2C4B38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CFEE9-6BDD-FB72-9491-4A75F5080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706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958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B629A4-1D84-2BE1-95EB-003B9E4BC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23439F8-B611-E8FC-8BAA-A95686D06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HK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D6A7DC-3BEA-1829-85F7-81B765805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3/3/2026</a:t>
            </a:fld>
            <a:endParaRPr lang="en-HK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CC7C75-EBF7-C974-7BBC-B213C658B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FAE9D42-AFAB-620A-73AB-C55274CBE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131547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FCE2B2-F223-C638-5676-644ACA337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23E9AA-F498-97D9-DBBF-6E7272B50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49AACD-E076-4766-D189-93371F374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3/3/2026</a:t>
            </a:fld>
            <a:endParaRPr lang="en-HK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2023B7-D008-2F64-AE4C-F7B7262ED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F03DC1-90D1-707A-8A1E-679A050AA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8910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B21BC9-2C3B-E92C-3230-881FBBEC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AD4677-C39E-8D59-C632-84E740E33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9901FA-112C-B3F4-CB1C-C0BE33F10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3/3/2026</a:t>
            </a:fld>
            <a:endParaRPr lang="en-HK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5F820F-7DB6-1ADC-7D26-2C19F392A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6D7819-FCA5-4BD6-3514-2D28082B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659522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50DE5F-0605-489A-D949-17C90A2AA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CAC421-5918-4B90-9A07-E700ADBC8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AB94CE-F808-1446-D28D-CEED34095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0D23AB-E87C-CF7D-43F3-66A4DA31E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3/3/2026</a:t>
            </a:fld>
            <a:endParaRPr lang="en-HK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62337ED-3D3D-0A01-563F-AF3B50E57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2CD4767-CCFB-81AC-FDB6-0B636CDD7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29013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1FFD72-DBA8-7695-A29D-792DC3C7B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AF87F79-C13D-0F63-EAE9-FDA9C76C7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14E8C7B-6FFB-D6B0-CB94-BFE3CDB01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335F4F0-EB97-8533-75D8-57B320F1E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47D1905-F848-C62D-5452-D615A2C50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3B1CE87-2699-E764-6B95-73F96D739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3/3/2026</a:t>
            </a:fld>
            <a:endParaRPr lang="en-HK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68F00E-B58D-5C21-2F6F-7E5DC47F5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6F24462-6BDD-6EBB-5B37-E08EB8B23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8852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D4E65E-B0C9-90AE-EF56-1BBD5383E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EC6080A-ACC7-1151-7883-BE29118D5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3/3/2026</a:t>
            </a:fld>
            <a:endParaRPr lang="en-HK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FAF5A72-5E67-EA03-5B0D-470906E0B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7A4E5C1-AEF5-2EC5-827F-F785431F6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14579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C6F285F-AB3A-95CC-FFC7-51D3DEB87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3/3/2026</a:t>
            </a:fld>
            <a:endParaRPr lang="en-HK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D589D66-4CC2-7F30-209D-98DED6ADE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8B9ED7-1B92-4537-C550-D0E94D12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9812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203E6A-0012-04BF-34E3-12ACA316E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77D1FA-094F-3A69-B7B8-BF885769B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F271F3F-E466-21DE-B97B-C713CDCB9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14B3328-00EB-AE21-BC13-EC360D414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3/3/2026</a:t>
            </a:fld>
            <a:endParaRPr lang="en-HK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9FDDA56-C0BC-095C-618A-2EF2ACD7C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6F3E38A-0A87-A311-EAC0-147611A11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08208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34D6A1-6610-9C02-BCD0-63A4D5742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5C345F6-02D2-9422-88C7-67AFC1FD8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F5A5E69-BDE0-BAF9-3C54-F26099973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64682B8-1947-8FC2-9EA3-8FE865A5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3/3/2026</a:t>
            </a:fld>
            <a:endParaRPr lang="en-HK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ADA591-CCC0-A67D-1412-9371BB7F0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0FABC21-1012-37F0-F6CA-89708D4C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55373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35D9DB-7B46-6B71-C1FB-12D329542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BD6F9E4-04A7-96DE-0695-405F79A21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54AFAA-6956-653C-92AF-238B07361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3/3/2026</a:t>
            </a:fld>
            <a:endParaRPr lang="en-HK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7EE806-F8A5-43B0-1F55-AF192F7BD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2455F2-D976-C654-BD86-55C02FC1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7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CC97F13-0724-6854-1AFE-5F5509D13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676A4F8-8DA3-61F8-606F-A793D069F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C177B0-6DE1-8445-5290-2F795B4DD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3/3/2026</a:t>
            </a:fld>
            <a:endParaRPr lang="en-HK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91187C-CF25-E25E-DE6F-F28970162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2F63B6-9554-49C5-6551-BE4AC35D0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65951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BC44B85-0FB3-8985-C5CD-5894FEA7D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AF8C6E0-CF73-CF53-CA97-8D6BE1ED8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0C0E4C-1FAA-B85C-3B29-81C0ED3695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BF91D-63E5-44BF-A45F-7972674B1993}" type="datetimeFigureOut">
              <a:rPr lang="en-HK" smtClean="0"/>
              <a:t>3/3/2026</a:t>
            </a:fld>
            <a:endParaRPr lang="en-HK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FA8DCF-3266-791B-49F7-109F55395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32FA28-2F6A-3AAD-2693-69355F6EE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67752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EF4B3EF-810C-4E51-BC5A-A38BCA47DFB4}"/>
              </a:ext>
            </a:extLst>
          </p:cNvPr>
          <p:cNvSpPr/>
          <p:nvPr/>
        </p:nvSpPr>
        <p:spPr>
          <a:xfrm>
            <a:off x="432076" y="336205"/>
            <a:ext cx="11354768" cy="1382071"/>
          </a:xfrm>
          <a:prstGeom prst="roundRect">
            <a:avLst>
              <a:gd name="adj" fmla="val 6708"/>
            </a:avLst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37" name="object 12">
            <a:extLst>
              <a:ext uri="{FF2B5EF4-FFF2-40B4-BE49-F238E27FC236}">
                <a16:creationId xmlns:a16="http://schemas.microsoft.com/office/drawing/2014/main" id="{224F931E-5D1B-4773-AAE2-4A676BE3795E}"/>
              </a:ext>
            </a:extLst>
          </p:cNvPr>
          <p:cNvSpPr txBox="1">
            <a:spLocks/>
          </p:cNvSpPr>
          <p:nvPr/>
        </p:nvSpPr>
        <p:spPr>
          <a:xfrm>
            <a:off x="891316" y="515886"/>
            <a:ext cx="10771813" cy="1019192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solidFill>
                  <a:schemeClr val="bg1"/>
                </a:solidFill>
                <a:latin typeface="Times New Roman"/>
                <a:cs typeface="Times New Roman"/>
              </a:rPr>
              <a:t>GNN-Enabled Trustworthy Sensor Fusion for Smart Agriculture</a:t>
            </a:r>
          </a:p>
        </p:txBody>
      </p:sp>
      <p:sp>
        <p:nvSpPr>
          <p:cNvPr id="45" name="object 13">
            <a:extLst>
              <a:ext uri="{FF2B5EF4-FFF2-40B4-BE49-F238E27FC236}">
                <a16:creationId xmlns:a16="http://schemas.microsoft.com/office/drawing/2014/main" id="{D918A009-49BA-4EFB-A16A-FF5EDA964756}"/>
              </a:ext>
            </a:extLst>
          </p:cNvPr>
          <p:cNvSpPr txBox="1"/>
          <p:nvPr/>
        </p:nvSpPr>
        <p:spPr>
          <a:xfrm>
            <a:off x="3193548" y="2279254"/>
            <a:ext cx="5830708" cy="2576221"/>
          </a:xfrm>
          <a:prstGeom prst="rect">
            <a:avLst/>
          </a:prstGeom>
        </p:spPr>
        <p:txBody>
          <a:bodyPr vert="horz" wrap="square" lIns="0" tIns="33975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2864"/>
              </a:spcBef>
            </a:pPr>
            <a:r>
              <a:rPr lang="en-US" sz="2800" spc="-10" dirty="0">
                <a:latin typeface="Times New Roman"/>
                <a:cs typeface="LM Sans 10"/>
              </a:rPr>
              <a:t>SU</a:t>
            </a:r>
            <a:r>
              <a:rPr sz="2800" spc="208" dirty="0">
                <a:latin typeface="Times New Roman"/>
                <a:cs typeface="LM Sans 10"/>
              </a:rPr>
              <a:t> </a:t>
            </a:r>
            <a:r>
              <a:rPr lang="en-US" sz="2800" spc="208" dirty="0">
                <a:latin typeface="Times New Roman"/>
                <a:cs typeface="LM Sans 10"/>
              </a:rPr>
              <a:t>Yihang, LIU Bohan</a:t>
            </a:r>
            <a:endParaRPr lang="en-US" sz="2800" dirty="0">
              <a:ea typeface="等线"/>
            </a:endParaRPr>
          </a:p>
          <a:p>
            <a:pPr algn="ctr">
              <a:spcBef>
                <a:spcPts val="2864"/>
              </a:spcBef>
            </a:pPr>
            <a:r>
              <a:rPr lang="en-US" sz="2800" spc="-10" dirty="0">
                <a:latin typeface="Times New Roman"/>
                <a:cs typeface="LM Sans 10"/>
              </a:rPr>
              <a:t>1155173753</a:t>
            </a:r>
            <a:r>
              <a:rPr lang="en-US" sz="2800" spc="-10" dirty="0">
                <a:latin typeface="Times New Roman"/>
                <a:cs typeface="LM Sans 9"/>
              </a:rPr>
              <a:t>, 1155173765</a:t>
            </a:r>
            <a:endParaRPr lang="en-US" sz="2800" dirty="0">
              <a:ea typeface="等线" panose="02110004020202020204"/>
            </a:endParaRPr>
          </a:p>
          <a:p>
            <a:pPr marL="709295" marR="694055" algn="ctr">
              <a:lnSpc>
                <a:spcPct val="101499"/>
              </a:lnSpc>
              <a:spcBef>
                <a:spcPts val="1348"/>
              </a:spcBef>
            </a:pPr>
            <a:endParaRPr sz="1800" spc="-10" dirty="0">
              <a:latin typeface="Times New Roman"/>
              <a:cs typeface="LM Sans 9"/>
            </a:endParaRPr>
          </a:p>
          <a:p>
            <a:pPr algn="ctr">
              <a:spcBef>
                <a:spcPts val="10"/>
              </a:spcBef>
            </a:pPr>
            <a:r>
              <a:rPr lang="en-HK" sz="2800" spc="-10" dirty="0">
                <a:latin typeface="Times New Roman"/>
                <a:cs typeface="LM Sans 8"/>
              </a:rPr>
              <a:t>Information </a:t>
            </a:r>
            <a:r>
              <a:rPr sz="2800" spc="-10" dirty="0">
                <a:latin typeface="Times New Roman"/>
                <a:cs typeface="LM Sans 8"/>
              </a:rPr>
              <a:t>Engineering  </a:t>
            </a:r>
            <a:endParaRPr lang="en-US" sz="2800" spc="-10" dirty="0">
              <a:latin typeface="Times New Roman"/>
              <a:cs typeface="LM Sans 8"/>
            </a:endParaRPr>
          </a:p>
          <a:p>
            <a:pPr algn="ctr">
              <a:spcBef>
                <a:spcPts val="10"/>
              </a:spcBef>
            </a:pPr>
            <a:r>
              <a:rPr sz="2800" spc="-10" dirty="0">
                <a:latin typeface="Times New Roman"/>
                <a:cs typeface="LM Sans 8"/>
              </a:rPr>
              <a:t>The Chinese University of Hong</a:t>
            </a:r>
            <a:r>
              <a:rPr sz="2800" spc="-50" dirty="0">
                <a:latin typeface="Times New Roman"/>
                <a:cs typeface="LM Sans 8"/>
              </a:rPr>
              <a:t> </a:t>
            </a:r>
            <a:r>
              <a:rPr sz="2800" spc="-20" dirty="0">
                <a:latin typeface="Times New Roman"/>
                <a:cs typeface="LM Sans 8"/>
              </a:rPr>
              <a:t>Kong</a:t>
            </a:r>
            <a:endParaRPr sz="3200" dirty="0">
              <a:latin typeface="Times New Roman"/>
              <a:cs typeface="LM Sans 8"/>
            </a:endParaRPr>
          </a:p>
        </p:txBody>
      </p:sp>
      <p:pic>
        <p:nvPicPr>
          <p:cNvPr id="1030" name="Picture 6" descr="香港中文大學多媒體實驗室:所獲榮譽,深造情況,項目成果,知名校友,_中文百科全書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014" y="5055874"/>
            <a:ext cx="2204829" cy="1527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6291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DEB40D6C-A39B-4D01-9246-D127ABAC8AA7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AD5A9B5-D938-44B5-A148-611E459DA76A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274C9494-265B-4910-AEDD-F0D116614BF7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C4C2B97-1487-4E90-B2AF-A7871692D3DD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4C9E6E4-CA35-495C-8AEA-155F23125E1A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210046F4-DFD4-4FCF-8627-7A37F08E6F2F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2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BB578573-16BC-4A9C-90AF-BA46BE82E7E5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4693046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sz="4000" b="1" spc="20">
                <a:solidFill>
                  <a:schemeClr val="bg1"/>
                </a:solidFill>
                <a:latin typeface="Times New Roman"/>
                <a:cs typeface="Times New Roman"/>
              </a:rPr>
              <a:t>Table of Contents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7B54924-9D3F-645A-DEB5-331739D942C9}"/>
              </a:ext>
            </a:extLst>
          </p:cNvPr>
          <p:cNvSpPr txBox="1"/>
          <p:nvPr/>
        </p:nvSpPr>
        <p:spPr>
          <a:xfrm>
            <a:off x="3482582" y="1888941"/>
            <a:ext cx="5226836" cy="3080118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115" marR="9525" indent="-514350">
              <a:lnSpc>
                <a:spcPct val="120000"/>
              </a:lnSpc>
              <a:buAutoNum type="arabicPeriod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Recap: What we want to do</a:t>
            </a:r>
          </a:p>
          <a:p>
            <a:pPr marL="539115" marR="9525" indent="-514350">
              <a:lnSpc>
                <a:spcPct val="120000"/>
              </a:lnSpc>
              <a:buAutoNum type="arabicPeriod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Recap: Why we want to do this</a:t>
            </a:r>
          </a:p>
          <a:p>
            <a:pPr marL="539115" marR="9525" indent="-514350">
              <a:lnSpc>
                <a:spcPct val="120000"/>
              </a:lnSpc>
              <a:buAutoNum type="arabicPeriod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How we want to do this</a:t>
            </a:r>
          </a:p>
          <a:p>
            <a:pPr marL="539115" marR="9525" indent="-514350">
              <a:lnSpc>
                <a:spcPct val="120000"/>
              </a:lnSpc>
              <a:buAutoNum type="arabicPeriod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What we have done</a:t>
            </a:r>
          </a:p>
          <a:p>
            <a:pPr marL="539115" marR="9525" indent="-514350">
              <a:lnSpc>
                <a:spcPct val="120000"/>
              </a:lnSpc>
              <a:buAutoNum type="arabicPeriod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What will we do next</a:t>
            </a:r>
          </a:p>
          <a:p>
            <a:pPr marL="539115" marR="9525" indent="-514350">
              <a:lnSpc>
                <a:spcPct val="120000"/>
              </a:lnSpc>
              <a:buAutoNum type="arabicPeriod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Expected Timeline</a:t>
            </a:r>
          </a:p>
        </p:txBody>
      </p:sp>
    </p:spTree>
    <p:extLst>
      <p:ext uri="{BB962C8B-B14F-4D97-AF65-F5344CB8AC3E}">
        <p14:creationId xmlns:p14="http://schemas.microsoft.com/office/powerpoint/2010/main" val="310233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F3876-A8EF-91A1-43BA-E02EF5AA2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8FD51E7C-8809-9693-9B9C-B3BBC3BFD064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7F4DB04-9922-3B05-7DAE-D13C87CD12D6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B95EE822-92E3-A18A-1762-21E32542461A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ED6BBBB-E04D-FC88-CA95-CEE0061C20C2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7C63A8C-5F56-B186-DBC9-860DB329F167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300697E2-6942-5EE5-DD51-57E25B725FF6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3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A1CD79FE-A8F8-8175-E167-58C5147118A2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11626740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sz="4000" b="1" spc="20" dirty="0">
                <a:solidFill>
                  <a:schemeClr val="bg1"/>
                </a:solidFill>
                <a:latin typeface="Times New Roman"/>
                <a:cs typeface="Times New Roman"/>
              </a:rPr>
              <a:t>Recap: What we want to do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F7BFE62-9EDD-CD85-9D66-85521E430E30}"/>
              </a:ext>
            </a:extLst>
          </p:cNvPr>
          <p:cNvSpPr txBox="1"/>
          <p:nvPr/>
        </p:nvSpPr>
        <p:spPr>
          <a:xfrm>
            <a:off x="461086" y="895579"/>
            <a:ext cx="11269828" cy="2643397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Propose a trustworthy sensor fusion system specifically for smart agriculture</a:t>
            </a:r>
          </a:p>
          <a:p>
            <a:pPr marL="1561094" marR="9525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Input: Sensor data from different sensors in a same area (e.g. greenhouse, farm)</a:t>
            </a:r>
          </a:p>
          <a:p>
            <a:pPr marL="1561094" marR="9525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Output: Conditions of this area (temperature, humidity, etc.) fused from sensor data + Confidence level of each sensor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Long Short-Term Memory (LSTM) + Graph Neural Network (GNN) =&gt; Spatiotemporal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Develop a specific hardware setting =&gt; Data collection + Feasibility verification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CA12C2F-CCE7-F4F4-A8BF-BE3B9DAA9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63" y="3629245"/>
            <a:ext cx="5167663" cy="285761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0B826D8-3F82-9DC3-7203-EC088579A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419" y="3719937"/>
            <a:ext cx="4021660" cy="267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32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17E46-4DEA-7CA4-D8E3-07B6CE312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D2B0BADD-E8A7-AAB5-BECE-C0787BC28331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13F58DF4-9F26-A2BC-F134-5665CD7ACAF0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AA3F350C-1A6A-F0C4-3FDF-D527D8A341EF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A001FC62-871B-3156-6EDA-39729D4F1E82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42ADD46-4937-6AC6-B8EA-1ACF812EAE91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53EBE370-2165-FB4D-738D-80AA0C7FA3AD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4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FB9E6F25-AB60-7702-D1A3-ACA3DFFB01C9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11626740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sz="4000" b="1" spc="20" dirty="0">
                <a:solidFill>
                  <a:schemeClr val="bg1"/>
                </a:solidFill>
                <a:latin typeface="Times New Roman"/>
                <a:cs typeface="Times New Roman"/>
              </a:rPr>
              <a:t>Recap: Why we want to do this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9EF235E-3A20-78F0-A570-C71AA7756257}"/>
              </a:ext>
            </a:extLst>
          </p:cNvPr>
          <p:cNvSpPr txBox="1"/>
          <p:nvPr/>
        </p:nvSpPr>
        <p:spPr>
          <a:xfrm>
            <a:off x="984547" y="1319684"/>
            <a:ext cx="10222905" cy="4114248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Harsh environments induce frequent sensor drift/failure 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Location/weather disruptions degrade data availability 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Cascading errors in decision-making pipelines</a:t>
            </a:r>
          </a:p>
          <a:p>
            <a:pPr marL="24765" marR="9525">
              <a:lnSpc>
                <a:spcPct val="120000"/>
              </a:lnSpc>
            </a:pPr>
            <a:endParaRPr lang="en-US" sz="2800" spc="-10" dirty="0">
              <a:latin typeface="Times New Roman"/>
              <a:ea typeface="+mn-lt"/>
              <a:cs typeface="Times New Roman"/>
            </a:endParaRPr>
          </a:p>
          <a:p>
            <a:pPr marL="24765" marR="9525">
              <a:lnSpc>
                <a:spcPct val="120000"/>
              </a:lnSpc>
            </a:pPr>
            <a:endParaRPr lang="en-US" sz="2800" spc="-10" dirty="0">
              <a:latin typeface="Times New Roman"/>
              <a:ea typeface="+mn-lt"/>
              <a:cs typeface="Times New Roman"/>
            </a:endParaRP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Space info: nearer sensors should have more similarity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Time info: data from the same sensor should not change abruptly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Spatiotemporal info in sensor fusion =&gt; Confident condition result</a:t>
            </a:r>
          </a:p>
        </p:txBody>
      </p:sp>
    </p:spTree>
    <p:extLst>
      <p:ext uri="{BB962C8B-B14F-4D97-AF65-F5344CB8AC3E}">
        <p14:creationId xmlns:p14="http://schemas.microsoft.com/office/powerpoint/2010/main" val="296042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5CC35-4B20-E1B3-C857-AE5FD620A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1EADE14D-934D-4684-19EA-A920565682D9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6987FB70-3F27-73DF-24D8-6C1298782E5D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A2BAF27B-7A1E-117D-A54B-B4D423D5ED50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827C238C-14E8-55B0-CC78-6C99D716F0D2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477E7FA-5678-77DB-4082-C3C5A47E9AA0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8728D7BC-95A4-8A85-414E-4EF0EDB911FC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5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73DCC1E4-7DE0-1BDD-31A7-FFE70AB34AD7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11626740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sz="4000" b="1" spc="20" dirty="0">
                <a:solidFill>
                  <a:schemeClr val="bg1"/>
                </a:solidFill>
                <a:latin typeface="Times New Roman"/>
                <a:cs typeface="Times New Roman"/>
              </a:rPr>
              <a:t>How we want to do this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9FEFC5B-2872-B1DE-F5D3-486F080DEDD8}"/>
              </a:ext>
            </a:extLst>
          </p:cNvPr>
          <p:cNvSpPr txBox="1"/>
          <p:nvPr/>
        </p:nvSpPr>
        <p:spPr>
          <a:xfrm>
            <a:off x="632881" y="853729"/>
            <a:ext cx="5051817" cy="494795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Ultimate goal: Edge system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39BF797-F6EC-536F-2E84-0FF9431C3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79" y="1875517"/>
            <a:ext cx="5264820" cy="4241105"/>
          </a:xfrm>
          <a:prstGeom prst="rect">
            <a:avLst/>
          </a:prstGeom>
        </p:spPr>
      </p:pic>
      <p:sp>
        <p:nvSpPr>
          <p:cNvPr id="11" name="object 3">
            <a:extLst>
              <a:ext uri="{FF2B5EF4-FFF2-40B4-BE49-F238E27FC236}">
                <a16:creationId xmlns:a16="http://schemas.microsoft.com/office/drawing/2014/main" id="{33E961F5-C8FE-2072-EA48-91AA0ABBED8B}"/>
              </a:ext>
            </a:extLst>
          </p:cNvPr>
          <p:cNvSpPr txBox="1"/>
          <p:nvPr/>
        </p:nvSpPr>
        <p:spPr>
          <a:xfrm>
            <a:off x="5984186" y="853730"/>
            <a:ext cx="6078861" cy="494795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For now: Compute offloaded to cloud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82CEE57D-789F-4ADD-A885-14E4AC950E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47" b="2242"/>
          <a:stretch>
            <a:fillRect/>
          </a:stretch>
        </p:blipFill>
        <p:spPr>
          <a:xfrm>
            <a:off x="6907079" y="1474844"/>
            <a:ext cx="4233077" cy="504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79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2DC6E-41A8-BB16-951A-E6FD1BF69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A8FCEFE8-5873-EED7-233B-977BAF2474AB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E4B56007-C0A2-154A-AD3C-ACCDD42D1BB1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A6B5A74D-4553-C98B-73C1-24E05B71BD19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04ABD4A-BAEA-697B-6A0B-14D38153C7E7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A50F6E5-205E-0611-4881-A7233D9464BC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D3436CE8-C1DB-AB2B-4E59-EF1020827A6A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6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8302B916-D5B0-1A9F-AC66-7D10D2D5D214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11626740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sz="4000" b="1" spc="20" dirty="0">
                <a:solidFill>
                  <a:schemeClr val="bg1"/>
                </a:solidFill>
                <a:latin typeface="Times New Roman"/>
                <a:cs typeface="Times New Roman"/>
              </a:rPr>
              <a:t>What we have done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6E8D0FC-B66B-B70D-F914-84C24E5D72B3}"/>
              </a:ext>
            </a:extLst>
          </p:cNvPr>
          <p:cNvSpPr txBox="1"/>
          <p:nvPr/>
        </p:nvSpPr>
        <p:spPr>
          <a:xfrm>
            <a:off x="836956" y="1225524"/>
            <a:ext cx="4587992" cy="4859388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Hardware preparation:</a:t>
            </a:r>
          </a:p>
          <a:p>
            <a:pPr marL="1561094" marR="9525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Raspberry pi, Sensors, ESP32, etc.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Full system architecture and data workflow design</a:t>
            </a:r>
          </a:p>
          <a:p>
            <a:pPr marL="1561094" marR="9525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 err="1">
                <a:latin typeface="Times New Roman"/>
                <a:ea typeface="+mn-lt"/>
                <a:cs typeface="Times New Roman"/>
              </a:rPr>
              <a:t>json</a:t>
            </a:r>
            <a:r>
              <a:rPr lang="en-US" sz="2800" spc="-10" dirty="0">
                <a:latin typeface="Times New Roman"/>
                <a:ea typeface="+mn-lt"/>
                <a:cs typeface="Times New Roman"/>
              </a:rPr>
              <a:t>-based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Entire process in the PC / cloud phase</a:t>
            </a:r>
          </a:p>
          <a:p>
            <a:pPr marL="1561094" marR="9525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On a RTX3090</a:t>
            </a:r>
          </a:p>
          <a:p>
            <a:pPr marL="1561094" marR="9525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Training + Inference</a:t>
            </a:r>
          </a:p>
        </p:txBody>
      </p:sp>
      <p:pic>
        <p:nvPicPr>
          <p:cNvPr id="3074" name="Picture 2" descr="Convert the attached command line workflow diagram to a picture of the workflow The generated diagram should be professional clean and academic All the text in the diagram should be English_image_1">
            <a:extLst>
              <a:ext uri="{FF2B5EF4-FFF2-40B4-BE49-F238E27FC236}">
                <a16:creationId xmlns:a16="http://schemas.microsoft.com/office/drawing/2014/main" id="{47590D41-7112-1205-7932-B2A5147F8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735" y="749508"/>
            <a:ext cx="5064656" cy="582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0261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F6E16-FFB2-B8CB-D511-221ED7469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9403D1E7-B640-1330-4608-FEE90861E575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1883A76E-BF76-3958-C1E6-3C038CA1165E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08BF7214-86BC-EACD-9F02-3469548C22E2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8AF38085-F3DB-B893-418E-3AA0C919F8B7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7DA1496-6C4A-DFE2-7791-7982CBB7D9D8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9139166D-6934-836D-4B2A-AF354CB48DDF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7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D2638E04-16B8-6464-3A08-43B5838FDDEC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11626740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sz="4000" b="1" spc="20" dirty="0">
                <a:solidFill>
                  <a:schemeClr val="bg1"/>
                </a:solidFill>
                <a:latin typeface="Times New Roman"/>
                <a:cs typeface="Times New Roman"/>
              </a:rPr>
              <a:t>What we have done: Three-Stage Architecture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8B094C9-1D93-BC78-4CC0-614496D3ADB3}"/>
              </a:ext>
            </a:extLst>
          </p:cNvPr>
          <p:cNvSpPr txBox="1"/>
          <p:nvPr/>
        </p:nvSpPr>
        <p:spPr>
          <a:xfrm>
            <a:off x="233956" y="1671238"/>
            <a:ext cx="5561216" cy="2045989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marR="9525">
              <a:lnSpc>
                <a:spcPct val="120000"/>
              </a:lnSpc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What we do in the PC / cloud phase?</a:t>
            </a:r>
          </a:p>
          <a:p>
            <a:pPr marL="24765" marR="9525">
              <a:lnSpc>
                <a:spcPct val="120000"/>
              </a:lnSpc>
            </a:pPr>
            <a:endParaRPr lang="en-US" sz="2800" spc="-10" dirty="0">
              <a:latin typeface="Times New Roman"/>
              <a:ea typeface="+mn-lt"/>
              <a:cs typeface="Times New Roman"/>
            </a:endParaRP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The </a:t>
            </a:r>
            <a:r>
              <a:rPr lang="en-US" sz="2800" spc="-10" dirty="0" err="1">
                <a:latin typeface="Times New Roman"/>
                <a:ea typeface="+mn-lt"/>
                <a:cs typeface="Times New Roman"/>
              </a:rPr>
              <a:t>TrustFusion</a:t>
            </a:r>
            <a:r>
              <a:rPr lang="en-US" sz="2800" spc="-10" dirty="0">
                <a:latin typeface="Times New Roman"/>
                <a:ea typeface="+mn-lt"/>
                <a:cs typeface="Times New Roman"/>
              </a:rPr>
              <a:t>-GNN Three-Stage Architecture</a:t>
            </a:r>
          </a:p>
        </p:txBody>
      </p:sp>
      <p:pic>
        <p:nvPicPr>
          <p:cNvPr id="2050" name="Picture 2" descr="Convert the attached command line diagram to a picture of the diagram The generated diagram should be professional clean and academic All the text in the diagram should be English_image_1">
            <a:extLst>
              <a:ext uri="{FF2B5EF4-FFF2-40B4-BE49-F238E27FC236}">
                <a16:creationId xmlns:a16="http://schemas.microsoft.com/office/drawing/2014/main" id="{8EFADBF6-3B44-ECB1-3567-AA435C1A1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187" y="1225033"/>
            <a:ext cx="6187796" cy="498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088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C5BE-B313-E259-B8EF-E1ABF47D0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E5D0B56B-6FB9-EEC9-B870-55D7950EAF08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44A40B2E-DD0C-8605-97F9-684192633B2C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83AC4ED7-DF1F-A4DB-1641-FBAC476ED4A8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04DB68E9-96F9-492D-6711-912911249556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93CFDBB-2FB1-EB36-1E6F-E910AA4746BF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09E9C513-3034-DF4B-4C7F-947BFD2BEDB9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8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7B9C9B21-2AA6-1B13-59C7-07EEF35E60E3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11626740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sz="4000" b="1" spc="20" dirty="0">
                <a:solidFill>
                  <a:schemeClr val="bg1"/>
                </a:solidFill>
                <a:latin typeface="Times New Roman"/>
                <a:cs typeface="Times New Roman"/>
              </a:rPr>
              <a:t>What will we do next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1112CD7-BB80-B24D-5702-8ECAE4F1991A}"/>
              </a:ext>
            </a:extLst>
          </p:cNvPr>
          <p:cNvSpPr txBox="1"/>
          <p:nvPr/>
        </p:nvSpPr>
        <p:spPr>
          <a:xfrm>
            <a:off x="579242" y="921532"/>
            <a:ext cx="5887819" cy="5148377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Write forwarding code on Raspberry pi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Construct and deploy the hardware (ESP32 sensor nodes)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Arduino code for sensor nodes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Collecting data and training with the full pipeline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Experiment and verification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[Optional] Quantize the trained model to fully run on edge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D76BEA8-09F0-95DE-866C-A6833E01E1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47" b="2242"/>
          <a:stretch>
            <a:fillRect/>
          </a:stretch>
        </p:blipFill>
        <p:spPr>
          <a:xfrm>
            <a:off x="7107282" y="921532"/>
            <a:ext cx="4533401" cy="540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56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8BFD4-621E-F29A-62E5-919E68F9B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58A837DC-FCEB-369F-68E0-95003D1BBCD9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5855425E-58E5-22ED-9A29-83FDE4328EA6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1808384C-6856-2946-79B2-996C40428D8F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FD6DE0A-C1E7-3A0C-797D-4D872AD206C9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3509C0D-1EED-343E-B9C4-D5CB191F1A91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FC66A165-81C4-6E62-C1E8-70309FBB1EC9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9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236F1324-3305-769B-8BD3-1E19A2B0C296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11626740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sz="4000" b="1" spc="20" dirty="0">
                <a:solidFill>
                  <a:schemeClr val="bg1"/>
                </a:solidFill>
                <a:latin typeface="Times New Roman"/>
                <a:cs typeface="Times New Roman"/>
              </a:rPr>
              <a:t>Expected Timeline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DEBB2F1F-96DB-17CE-69E7-FBAC64884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21094"/>
              </p:ext>
            </p:extLst>
          </p:nvPr>
        </p:nvGraphicFramePr>
        <p:xfrm>
          <a:off x="1275522" y="1319261"/>
          <a:ext cx="9640956" cy="471047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75791">
                  <a:extLst>
                    <a:ext uri="{9D8B030D-6E8A-4147-A177-3AD203B41FA5}">
                      <a16:colId xmlns:a16="http://schemas.microsoft.com/office/drawing/2014/main" val="1420047568"/>
                    </a:ext>
                  </a:extLst>
                </a:gridCol>
                <a:gridCol w="7865165">
                  <a:extLst>
                    <a:ext uri="{9D8B030D-6E8A-4147-A177-3AD203B41FA5}">
                      <a16:colId xmlns:a16="http://schemas.microsoft.com/office/drawing/2014/main" val="3258149186"/>
                    </a:ext>
                  </a:extLst>
                </a:gridCol>
              </a:tblGrid>
              <a:tr h="672925">
                <a:tc>
                  <a:txBody>
                    <a:bodyPr/>
                    <a:lstStyle/>
                    <a:p>
                      <a:pPr algn="ctr"/>
                      <a:r>
                        <a:rPr lang="en-HK" sz="2400" kern="1200" spc="-10" dirty="0">
                          <a:solidFill>
                            <a:schemeClr val="bg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2400" kern="1200" spc="-10" dirty="0">
                          <a:solidFill>
                            <a:schemeClr val="bg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Schedule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5099409"/>
                  </a:ext>
                </a:extLst>
              </a:tr>
              <a:tr h="672925">
                <a:tc>
                  <a:txBody>
                    <a:bodyPr/>
                    <a:lstStyle/>
                    <a:p>
                      <a:pPr algn="ctr"/>
                      <a:r>
                        <a:rPr lang="en-HK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Week 1-2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Identify the problem and design a solution</a:t>
                      </a:r>
                      <a:endParaRPr lang="en-HK" sz="2400" kern="1200" spc="-10" dirty="0">
                        <a:solidFill>
                          <a:schemeClr val="tx1"/>
                        </a:solidFill>
                        <a:latin typeface="Times New Roman"/>
                        <a:ea typeface="+mn-lt"/>
                        <a:cs typeface="Times New Roman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1474"/>
                  </a:ext>
                </a:extLst>
              </a:tr>
              <a:tr h="6729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Week 3-4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Hardware prepare and system workflow design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761722"/>
                  </a:ext>
                </a:extLst>
              </a:tr>
              <a:tr h="6729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Week 5-6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Implement the training and inference code in the cloud phase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821905"/>
                  </a:ext>
                </a:extLst>
              </a:tr>
              <a:tr h="6729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Week 7-8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Construct and deploy the hardware; write corresponding codes</a:t>
                      </a:r>
                      <a:endParaRPr lang="en-HK" sz="2400" kern="1200" spc="-10" dirty="0">
                        <a:solidFill>
                          <a:schemeClr val="tx1"/>
                        </a:solidFill>
                        <a:latin typeface="Times New Roman"/>
                        <a:ea typeface="+mn-lt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827056"/>
                  </a:ext>
                </a:extLst>
              </a:tr>
              <a:tr h="6729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Week 9-10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Collect data and train the model; experiment and verify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974022"/>
                  </a:ext>
                </a:extLst>
              </a:tr>
              <a:tr h="6729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Week 10-11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Quantize the trained model to fully run on edge</a:t>
                      </a:r>
                      <a:endParaRPr lang="en-HK" sz="2400" kern="1200" spc="-10" dirty="0">
                        <a:solidFill>
                          <a:schemeClr val="tx1"/>
                        </a:solidFill>
                        <a:latin typeface="Times New Roman"/>
                        <a:ea typeface="+mn-lt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9141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242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DEB40D6C-A39B-4D01-9246-D127ABAC8AA7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AD5A9B5-D938-44B5-A148-611E459DA76A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274C9494-265B-4910-AEDD-F0D116614BF7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C4C2B97-1487-4E90-B2AF-A7871692D3DD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4C9E6E4-CA35-495C-8AEA-155F23125E1A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BB578573-16BC-4A9C-90AF-BA46BE82E7E5}"/>
              </a:ext>
            </a:extLst>
          </p:cNvPr>
          <p:cNvSpPr txBox="1">
            <a:spLocks/>
          </p:cNvSpPr>
          <p:nvPr/>
        </p:nvSpPr>
        <p:spPr>
          <a:xfrm>
            <a:off x="215814" y="1741"/>
            <a:ext cx="4312058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268"/>
              </a:spcBef>
            </a:pPr>
            <a:r>
              <a:rPr lang="en-US" sz="4000" b="1" spc="20">
                <a:solidFill>
                  <a:schemeClr val="bg1"/>
                </a:solidFill>
                <a:latin typeface="Times New Roman"/>
                <a:ea typeface="等线" panose="02110004020202020204"/>
                <a:cs typeface="Times New Roman"/>
              </a:rPr>
              <a:t>Q&amp;A</a:t>
            </a:r>
          </a:p>
        </p:txBody>
      </p:sp>
      <p:pic>
        <p:nvPicPr>
          <p:cNvPr id="1026" name="Picture 2" descr="Q＆a Silhouettes, Images for Download Free - silhouetteAC">
            <a:extLst>
              <a:ext uri="{FF2B5EF4-FFF2-40B4-BE49-F238E27FC236}">
                <a16:creationId xmlns:a16="http://schemas.microsoft.com/office/drawing/2014/main" id="{EFD81457-54C9-1274-12C2-FA84E5C3D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132" y="1808625"/>
            <a:ext cx="3444628" cy="344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mple Q&amp;A for Wordpress">
            <a:extLst>
              <a:ext uri="{FF2B5EF4-FFF2-40B4-BE49-F238E27FC236}">
                <a16:creationId xmlns:a16="http://schemas.microsoft.com/office/drawing/2014/main" id="{22B5907F-E451-7000-1E01-5213249A2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282" y="1701703"/>
            <a:ext cx="3919222" cy="3919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8">
            <a:extLst>
              <a:ext uri="{FF2B5EF4-FFF2-40B4-BE49-F238E27FC236}">
                <a16:creationId xmlns:a16="http://schemas.microsoft.com/office/drawing/2014/main" id="{AD73C67E-CE64-3C01-C7FD-04A75BB8A4BA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9D10726-9283-47A4-BB4F-6165D8C6C6CF}" type="slidenum">
              <a:rPr lang="en-US" sz="1150" spc="-10" smtClean="0">
                <a:solidFill>
                  <a:schemeClr val="bg1"/>
                </a:solidFill>
                <a:latin typeface="LM Sans 8"/>
                <a:cs typeface="LM Sans 8"/>
              </a:rPr>
              <a:t>10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</p:spTree>
    <p:extLst>
      <p:ext uri="{BB962C8B-B14F-4D97-AF65-F5344CB8AC3E}">
        <p14:creationId xmlns:p14="http://schemas.microsoft.com/office/powerpoint/2010/main" val="3613159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</TotalTime>
  <Words>416</Words>
  <Application>Microsoft Office PowerPoint</Application>
  <PresentationFormat>寬螢幕</PresentationFormat>
  <Paragraphs>84</Paragraphs>
  <Slides>10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DengXian</vt:lpstr>
      <vt:lpstr>LM Sans 8</vt:lpstr>
      <vt:lpstr>Aptos</vt:lpstr>
      <vt:lpstr>Aptos Display</vt:lpstr>
      <vt:lpstr>Arial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SU, Yihang</dc:creator>
  <cp:lastModifiedBy>SU, Yihang</cp:lastModifiedBy>
  <cp:revision>1</cp:revision>
  <dcterms:created xsi:type="dcterms:W3CDTF">2025-10-22T06:17:19Z</dcterms:created>
  <dcterms:modified xsi:type="dcterms:W3CDTF">2026-03-04T05:54:01Z</dcterms:modified>
</cp:coreProperties>
</file>