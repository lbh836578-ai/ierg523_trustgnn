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93" r:id="rId4"/>
    <p:sldId id="294" r:id="rId5"/>
    <p:sldId id="295" r:id="rId6"/>
    <p:sldId id="296" r:id="rId7"/>
    <p:sldId id="299" r:id="rId8"/>
    <p:sldId id="300" r:id="rId9"/>
    <p:sldId id="301" r:id="rId10"/>
    <p:sldId id="302" r:id="rId11"/>
    <p:sldId id="298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5BCAC-692F-4B45-8688-0F9B2536F4C1}" v="7" dt="2026-04-14T09:58:20.954"/>
    <p1510:client id="{771D42A8-F303-4DB9-A291-57666E4C48E3}" v="6" dt="2026-04-15T05:19:01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 snapToGrid="0">
      <p:cViewPr varScale="1">
        <p:scale>
          <a:sx n="86" d="100"/>
          <a:sy n="86" d="100"/>
        </p:scale>
        <p:origin x="62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, Yihang" userId="e1162f6a-9860-46a2-b37f-c8a16a76465c" providerId="ADAL" clId="{6E7872AF-156C-4EB8-9E78-AD1F8AFACA6F}"/>
    <pc:docChg chg="undo redo custSel addSld delSld modSld">
      <pc:chgData name="SU, Yihang" userId="e1162f6a-9860-46a2-b37f-c8a16a76465c" providerId="ADAL" clId="{6E7872AF-156C-4EB8-9E78-AD1F8AFACA6F}" dt="2026-04-14T10:10:05.202" v="249" actId="2696"/>
      <pc:docMkLst>
        <pc:docMk/>
      </pc:docMkLst>
      <pc:sldChg chg="modSp mod">
        <pc:chgData name="SU, Yihang" userId="e1162f6a-9860-46a2-b37f-c8a16a76465c" providerId="ADAL" clId="{6E7872AF-156C-4EB8-9E78-AD1F8AFACA6F}" dt="2026-04-14T10:08:38.836" v="246" actId="20577"/>
        <pc:sldMkLst>
          <pc:docMk/>
          <pc:sldMk cId="3102338942" sldId="259"/>
        </pc:sldMkLst>
        <pc:spChg chg="mod">
          <ac:chgData name="SU, Yihang" userId="e1162f6a-9860-46a2-b37f-c8a16a76465c" providerId="ADAL" clId="{6E7872AF-156C-4EB8-9E78-AD1F8AFACA6F}" dt="2026-04-14T10:08:38.836" v="246" actId="20577"/>
          <ac:spMkLst>
            <pc:docMk/>
            <pc:sldMk cId="3102338942" sldId="259"/>
            <ac:spMk id="3" creationId="{A7B54924-9D3F-645A-DEB5-331739D942C9}"/>
          </ac:spMkLst>
        </pc:spChg>
      </pc:sldChg>
      <pc:sldChg chg="modSp mod">
        <pc:chgData name="SU, Yihang" userId="e1162f6a-9860-46a2-b37f-c8a16a76465c" providerId="ADAL" clId="{6E7872AF-156C-4EB8-9E78-AD1F8AFACA6F}" dt="2026-04-14T09:50:16.585" v="34" actId="20577"/>
        <pc:sldMkLst>
          <pc:docMk/>
          <pc:sldMk cId="1158632534" sldId="293"/>
        </pc:sldMkLst>
        <pc:spChg chg="mod">
          <ac:chgData name="SU, Yihang" userId="e1162f6a-9860-46a2-b37f-c8a16a76465c" providerId="ADAL" clId="{6E7872AF-156C-4EB8-9E78-AD1F8AFACA6F}" dt="2026-04-14T09:50:16.585" v="34" actId="20577"/>
          <ac:spMkLst>
            <pc:docMk/>
            <pc:sldMk cId="1158632534" sldId="293"/>
            <ac:spMk id="13" creationId="{A1CD79FE-A8F8-8175-E167-58C5147118A2}"/>
          </ac:spMkLst>
        </pc:spChg>
      </pc:sldChg>
      <pc:sldChg chg="modSp mod">
        <pc:chgData name="SU, Yihang" userId="e1162f6a-9860-46a2-b37f-c8a16a76465c" providerId="ADAL" clId="{6E7872AF-156C-4EB8-9E78-AD1F8AFACA6F}" dt="2026-04-14T09:50:24.910" v="45" actId="20577"/>
        <pc:sldMkLst>
          <pc:docMk/>
          <pc:sldMk cId="296042671" sldId="294"/>
        </pc:sldMkLst>
        <pc:spChg chg="mod">
          <ac:chgData name="SU, Yihang" userId="e1162f6a-9860-46a2-b37f-c8a16a76465c" providerId="ADAL" clId="{6E7872AF-156C-4EB8-9E78-AD1F8AFACA6F}" dt="2026-04-14T09:50:24.910" v="45" actId="20577"/>
          <ac:spMkLst>
            <pc:docMk/>
            <pc:sldMk cId="296042671" sldId="294"/>
            <ac:spMk id="13" creationId="{FB9E6F25-AB60-7702-D1A3-ACA3DFFB01C9}"/>
          </ac:spMkLst>
        </pc:spChg>
      </pc:sldChg>
      <pc:sldChg chg="modSp mod">
        <pc:chgData name="SU, Yihang" userId="e1162f6a-9860-46a2-b37f-c8a16a76465c" providerId="ADAL" clId="{6E7872AF-156C-4EB8-9E78-AD1F8AFACA6F}" dt="2026-04-14T09:59:51.316" v="90" actId="20577"/>
        <pc:sldMkLst>
          <pc:docMk/>
          <pc:sldMk cId="1251279313" sldId="295"/>
        </pc:sldMkLst>
        <pc:spChg chg="mod">
          <ac:chgData name="SU, Yihang" userId="e1162f6a-9860-46a2-b37f-c8a16a76465c" providerId="ADAL" clId="{6E7872AF-156C-4EB8-9E78-AD1F8AFACA6F}" dt="2026-04-14T09:59:51.316" v="90" actId="20577"/>
          <ac:spMkLst>
            <pc:docMk/>
            <pc:sldMk cId="1251279313" sldId="295"/>
            <ac:spMk id="11" creationId="{33E961F5-C8FE-2072-EA48-91AA0ABBED8B}"/>
          </ac:spMkLst>
        </pc:spChg>
        <pc:spChg chg="mod">
          <ac:chgData name="SU, Yihang" userId="e1162f6a-9860-46a2-b37f-c8a16a76465c" providerId="ADAL" clId="{6E7872AF-156C-4EB8-9E78-AD1F8AFACA6F}" dt="2026-04-14T09:58:12.548" v="77" actId="20577"/>
          <ac:spMkLst>
            <pc:docMk/>
            <pc:sldMk cId="1251279313" sldId="295"/>
            <ac:spMk id="13" creationId="{73DCC1E4-7DE0-1BDD-31A7-FFE70AB34AD7}"/>
          </ac:spMkLst>
        </pc:spChg>
      </pc:sldChg>
      <pc:sldChg chg="modSp mod">
        <pc:chgData name="SU, Yihang" userId="e1162f6a-9860-46a2-b37f-c8a16a76465c" providerId="ADAL" clId="{6E7872AF-156C-4EB8-9E78-AD1F8AFACA6F}" dt="2026-04-14T10:07:19.744" v="231" actId="1076"/>
        <pc:sldMkLst>
          <pc:docMk/>
          <pc:sldMk cId="730261201" sldId="296"/>
        </pc:sldMkLst>
        <pc:spChg chg="mod">
          <ac:chgData name="SU, Yihang" userId="e1162f6a-9860-46a2-b37f-c8a16a76465c" providerId="ADAL" clId="{6E7872AF-156C-4EB8-9E78-AD1F8AFACA6F}" dt="2026-04-14T10:07:19.744" v="231" actId="1076"/>
          <ac:spMkLst>
            <pc:docMk/>
            <pc:sldMk cId="730261201" sldId="296"/>
            <ac:spMk id="3" creationId="{36E8D0FC-B66B-B70D-F914-84C24E5D72B3}"/>
          </ac:spMkLst>
        </pc:spChg>
        <pc:spChg chg="mod">
          <ac:chgData name="SU, Yihang" userId="e1162f6a-9860-46a2-b37f-c8a16a76465c" providerId="ADAL" clId="{6E7872AF-156C-4EB8-9E78-AD1F8AFACA6F}" dt="2026-04-14T10:02:09.228" v="144" actId="20577"/>
          <ac:spMkLst>
            <pc:docMk/>
            <pc:sldMk cId="730261201" sldId="296"/>
            <ac:spMk id="13" creationId="{8302B916-D5B0-1A9F-AC66-7D10D2D5D214}"/>
          </ac:spMkLst>
        </pc:spChg>
      </pc:sldChg>
      <pc:sldChg chg="del">
        <pc:chgData name="SU, Yihang" userId="e1162f6a-9860-46a2-b37f-c8a16a76465c" providerId="ADAL" clId="{6E7872AF-156C-4EB8-9E78-AD1F8AFACA6F}" dt="2026-04-14T10:10:05.202" v="249" actId="2696"/>
        <pc:sldMkLst>
          <pc:docMk/>
          <pc:sldMk cId="404556502" sldId="297"/>
        </pc:sldMkLst>
      </pc:sldChg>
      <pc:sldChg chg="modSp mod">
        <pc:chgData name="SU, Yihang" userId="e1162f6a-9860-46a2-b37f-c8a16a76465c" providerId="ADAL" clId="{6E7872AF-156C-4EB8-9E78-AD1F8AFACA6F}" dt="2026-04-14T10:01:36.533" v="130" actId="20577"/>
        <pc:sldMkLst>
          <pc:docMk/>
          <pc:sldMk cId="4289242172" sldId="298"/>
        </pc:sldMkLst>
        <pc:spChg chg="mod">
          <ac:chgData name="SU, Yihang" userId="e1162f6a-9860-46a2-b37f-c8a16a76465c" providerId="ADAL" clId="{6E7872AF-156C-4EB8-9E78-AD1F8AFACA6F}" dt="2026-04-14T10:01:36.533" v="130" actId="20577"/>
          <ac:spMkLst>
            <pc:docMk/>
            <pc:sldMk cId="4289242172" sldId="298"/>
            <ac:spMk id="13" creationId="{236F1324-3305-769B-8BD3-1E19A2B0C296}"/>
          </ac:spMkLst>
        </pc:spChg>
        <pc:graphicFrameChg chg="mod modGraphic">
          <ac:chgData name="SU, Yihang" userId="e1162f6a-9860-46a2-b37f-c8a16a76465c" providerId="ADAL" clId="{6E7872AF-156C-4EB8-9E78-AD1F8AFACA6F}" dt="2026-04-14T09:52:40.960" v="52" actId="207"/>
          <ac:graphicFrameMkLst>
            <pc:docMk/>
            <pc:sldMk cId="4289242172" sldId="298"/>
            <ac:graphicFrameMk id="9" creationId="{DEBB2F1F-96DB-17CE-69E7-FBAC64884D23}"/>
          </ac:graphicFrameMkLst>
        </pc:graphicFrameChg>
      </pc:sldChg>
      <pc:sldChg chg="add">
        <pc:chgData name="SU, Yihang" userId="e1162f6a-9860-46a2-b37f-c8a16a76465c" providerId="ADAL" clId="{6E7872AF-156C-4EB8-9E78-AD1F8AFACA6F}" dt="2026-04-14T10:09:46.042" v="247" actId="2890"/>
        <pc:sldMkLst>
          <pc:docMk/>
          <pc:sldMk cId="1609389892" sldId="300"/>
        </pc:sldMkLst>
      </pc:sldChg>
      <pc:sldChg chg="add">
        <pc:chgData name="SU, Yihang" userId="e1162f6a-9860-46a2-b37f-c8a16a76465c" providerId="ADAL" clId="{6E7872AF-156C-4EB8-9E78-AD1F8AFACA6F}" dt="2026-04-14T10:09:48.341" v="248" actId="2890"/>
        <pc:sldMkLst>
          <pc:docMk/>
          <pc:sldMk cId="2057191349" sldId="301"/>
        </pc:sldMkLst>
      </pc:sldChg>
    </pc:docChg>
  </pc:docChgLst>
  <pc:docChgLst>
    <pc:chgData name="SU, Yihang" userId="e1162f6a-9860-46a2-b37f-c8a16a76465c" providerId="ADAL" clId="{46714727-8548-4B47-8940-01341C2B367E}"/>
    <pc:docChg chg="undo custSel addSld modSld">
      <pc:chgData name="SU, Yihang" userId="e1162f6a-9860-46a2-b37f-c8a16a76465c" providerId="ADAL" clId="{46714727-8548-4B47-8940-01341C2B367E}" dt="2026-04-15T05:31:10.972" v="249" actId="1036"/>
      <pc:docMkLst>
        <pc:docMk/>
      </pc:docMkLst>
      <pc:sldChg chg="modSp mod">
        <pc:chgData name="SU, Yihang" userId="e1162f6a-9860-46a2-b37f-c8a16a76465c" providerId="ADAL" clId="{46714727-8548-4B47-8940-01341C2B367E}" dt="2026-04-15T05:22:12.526" v="115" actId="1076"/>
        <pc:sldMkLst>
          <pc:docMk/>
          <pc:sldMk cId="3102338942" sldId="259"/>
        </pc:sldMkLst>
        <pc:spChg chg="mod">
          <ac:chgData name="SU, Yihang" userId="e1162f6a-9860-46a2-b37f-c8a16a76465c" providerId="ADAL" clId="{46714727-8548-4B47-8940-01341C2B367E}" dt="2026-04-15T05:22:12.526" v="115" actId="1076"/>
          <ac:spMkLst>
            <pc:docMk/>
            <pc:sldMk cId="3102338942" sldId="259"/>
            <ac:spMk id="3" creationId="{A7B54924-9D3F-645A-DEB5-331739D942C9}"/>
          </ac:spMkLst>
        </pc:spChg>
      </pc:sldChg>
      <pc:sldChg chg="modSp mod">
        <pc:chgData name="SU, Yihang" userId="e1162f6a-9860-46a2-b37f-c8a16a76465c" providerId="ADAL" clId="{46714727-8548-4B47-8940-01341C2B367E}" dt="2026-04-15T03:59:38.724" v="6" actId="20577"/>
        <pc:sldMkLst>
          <pc:docMk/>
          <pc:sldMk cId="1658088876" sldId="299"/>
        </pc:sldMkLst>
        <pc:spChg chg="mod">
          <ac:chgData name="SU, Yihang" userId="e1162f6a-9860-46a2-b37f-c8a16a76465c" providerId="ADAL" clId="{46714727-8548-4B47-8940-01341C2B367E}" dt="2026-04-15T03:59:38.724" v="6" actId="20577"/>
          <ac:spMkLst>
            <pc:docMk/>
            <pc:sldMk cId="1658088876" sldId="299"/>
            <ac:spMk id="13" creationId="{D2638E04-16B8-6464-3A08-43B5838FDDEC}"/>
          </ac:spMkLst>
        </pc:spChg>
      </pc:sldChg>
      <pc:sldChg chg="addSp delSp modSp mod">
        <pc:chgData name="SU, Yihang" userId="e1162f6a-9860-46a2-b37f-c8a16a76465c" providerId="ADAL" clId="{46714727-8548-4B47-8940-01341C2B367E}" dt="2026-04-15T05:26:47.951" v="199" actId="1076"/>
        <pc:sldMkLst>
          <pc:docMk/>
          <pc:sldMk cId="1609389892" sldId="300"/>
        </pc:sldMkLst>
        <pc:spChg chg="mod">
          <ac:chgData name="SU, Yihang" userId="e1162f6a-9860-46a2-b37f-c8a16a76465c" providerId="ADAL" clId="{46714727-8548-4B47-8940-01341C2B367E}" dt="2026-04-15T05:26:47.951" v="199" actId="1076"/>
          <ac:spMkLst>
            <pc:docMk/>
            <pc:sldMk cId="1609389892" sldId="300"/>
            <ac:spMk id="3" creationId="{19C103F0-E3A6-61C1-1999-5DBD9C85B365}"/>
          </ac:spMkLst>
        </pc:spChg>
        <pc:spChg chg="mod">
          <ac:chgData name="SU, Yihang" userId="e1162f6a-9860-46a2-b37f-c8a16a76465c" providerId="ADAL" clId="{46714727-8548-4B47-8940-01341C2B367E}" dt="2026-04-15T05:15:53.259" v="22" actId="20577"/>
          <ac:spMkLst>
            <pc:docMk/>
            <pc:sldMk cId="1609389892" sldId="300"/>
            <ac:spMk id="13" creationId="{FA9C0E77-B3C9-59A3-5427-3ED267FCD199}"/>
          </ac:spMkLst>
        </pc:spChg>
        <pc:picChg chg="del">
          <ac:chgData name="SU, Yihang" userId="e1162f6a-9860-46a2-b37f-c8a16a76465c" providerId="ADAL" clId="{46714727-8548-4B47-8940-01341C2B367E}" dt="2026-04-15T05:16:06.695" v="24" actId="478"/>
          <ac:picMkLst>
            <pc:docMk/>
            <pc:sldMk cId="1609389892" sldId="300"/>
            <ac:picMk id="4" creationId="{9FA20D8E-1F89-8084-B98F-4BAEB9382F26}"/>
          </ac:picMkLst>
        </pc:picChg>
        <pc:picChg chg="add mod">
          <ac:chgData name="SU, Yihang" userId="e1162f6a-9860-46a2-b37f-c8a16a76465c" providerId="ADAL" clId="{46714727-8548-4B47-8940-01341C2B367E}" dt="2026-04-15T05:26:43.092" v="198" actId="1076"/>
          <ac:picMkLst>
            <pc:docMk/>
            <pc:sldMk cId="1609389892" sldId="300"/>
            <ac:picMk id="11" creationId="{C60A040D-A503-BD97-7B5B-F53E6E5E4C71}"/>
          </ac:picMkLst>
        </pc:picChg>
      </pc:sldChg>
      <pc:sldChg chg="addSp delSp modSp mod">
        <pc:chgData name="SU, Yihang" userId="e1162f6a-9860-46a2-b37f-c8a16a76465c" providerId="ADAL" clId="{46714727-8548-4B47-8940-01341C2B367E}" dt="2026-04-15T05:28:13.539" v="216" actId="1076"/>
        <pc:sldMkLst>
          <pc:docMk/>
          <pc:sldMk cId="2057191349" sldId="301"/>
        </pc:sldMkLst>
        <pc:spChg chg="mod">
          <ac:chgData name="SU, Yihang" userId="e1162f6a-9860-46a2-b37f-c8a16a76465c" providerId="ADAL" clId="{46714727-8548-4B47-8940-01341C2B367E}" dt="2026-04-15T05:27:54.413" v="207" actId="1076"/>
          <ac:spMkLst>
            <pc:docMk/>
            <pc:sldMk cId="2057191349" sldId="301"/>
            <ac:spMk id="3" creationId="{27EB71C5-0CAC-3284-865C-9DE666351F9B}"/>
          </ac:spMkLst>
        </pc:spChg>
        <pc:spChg chg="mod">
          <ac:chgData name="SU, Yihang" userId="e1162f6a-9860-46a2-b37f-c8a16a76465c" providerId="ADAL" clId="{46714727-8548-4B47-8940-01341C2B367E}" dt="2026-04-15T05:18:28.628" v="38" actId="20577"/>
          <ac:spMkLst>
            <pc:docMk/>
            <pc:sldMk cId="2057191349" sldId="301"/>
            <ac:spMk id="13" creationId="{E3C87199-7A21-1DD7-8534-A872827A62B7}"/>
          </ac:spMkLst>
        </pc:spChg>
        <pc:picChg chg="del">
          <ac:chgData name="SU, Yihang" userId="e1162f6a-9860-46a2-b37f-c8a16a76465c" providerId="ADAL" clId="{46714727-8548-4B47-8940-01341C2B367E}" dt="2026-04-15T05:19:24.905" v="52" actId="478"/>
          <ac:picMkLst>
            <pc:docMk/>
            <pc:sldMk cId="2057191349" sldId="301"/>
            <ac:picMk id="4" creationId="{ACFE6C65-0CEE-45BF-4550-37211E694E7C}"/>
          </ac:picMkLst>
        </pc:picChg>
        <pc:picChg chg="add mod">
          <ac:chgData name="SU, Yihang" userId="e1162f6a-9860-46a2-b37f-c8a16a76465c" providerId="ADAL" clId="{46714727-8548-4B47-8940-01341C2B367E}" dt="2026-04-15T05:28:09.422" v="215" actId="1076"/>
          <ac:picMkLst>
            <pc:docMk/>
            <pc:sldMk cId="2057191349" sldId="301"/>
            <ac:picMk id="11" creationId="{EDAF2629-9F91-54B6-E782-A880E15CC9FB}"/>
          </ac:picMkLst>
        </pc:picChg>
        <pc:picChg chg="add mod">
          <ac:chgData name="SU, Yihang" userId="e1162f6a-9860-46a2-b37f-c8a16a76465c" providerId="ADAL" clId="{46714727-8548-4B47-8940-01341C2B367E}" dt="2026-04-15T05:28:13.539" v="216" actId="1076"/>
          <ac:picMkLst>
            <pc:docMk/>
            <pc:sldMk cId="2057191349" sldId="301"/>
            <ac:picMk id="14" creationId="{8988B5EE-FF91-79BD-F886-FA93B71DEA07}"/>
          </ac:picMkLst>
        </pc:picChg>
      </pc:sldChg>
      <pc:sldChg chg="addSp delSp modSp add mod">
        <pc:chgData name="SU, Yihang" userId="e1162f6a-9860-46a2-b37f-c8a16a76465c" providerId="ADAL" clId="{46714727-8548-4B47-8940-01341C2B367E}" dt="2026-04-15T05:31:10.972" v="249" actId="1036"/>
        <pc:sldMkLst>
          <pc:docMk/>
          <pc:sldMk cId="3454719329" sldId="302"/>
        </pc:sldMkLst>
        <pc:spChg chg="mod">
          <ac:chgData name="SU, Yihang" userId="e1162f6a-9860-46a2-b37f-c8a16a76465c" providerId="ADAL" clId="{46714727-8548-4B47-8940-01341C2B367E}" dt="2026-04-15T05:31:10.972" v="249" actId="1036"/>
          <ac:spMkLst>
            <pc:docMk/>
            <pc:sldMk cId="3454719329" sldId="302"/>
            <ac:spMk id="3" creationId="{888030BF-9821-54F9-357E-2A7489A5B662}"/>
          </ac:spMkLst>
        </pc:spChg>
        <pc:spChg chg="mod">
          <ac:chgData name="SU, Yihang" userId="e1162f6a-9860-46a2-b37f-c8a16a76465c" providerId="ADAL" clId="{46714727-8548-4B47-8940-01341C2B367E}" dt="2026-04-15T05:18:40.003" v="49" actId="20577"/>
          <ac:spMkLst>
            <pc:docMk/>
            <pc:sldMk cId="3454719329" sldId="302"/>
            <ac:spMk id="13" creationId="{90635DAA-6C90-C5D3-71CA-C0D23E254663}"/>
          </ac:spMkLst>
        </pc:spChg>
        <pc:picChg chg="del">
          <ac:chgData name="SU, Yihang" userId="e1162f6a-9860-46a2-b37f-c8a16a76465c" providerId="ADAL" clId="{46714727-8548-4B47-8940-01341C2B367E}" dt="2026-04-15T05:19:58.119" v="60" actId="478"/>
          <ac:picMkLst>
            <pc:docMk/>
            <pc:sldMk cId="3454719329" sldId="302"/>
            <ac:picMk id="4" creationId="{DB2801B7-0D9D-0ABD-8F61-19902450C2C7}"/>
          </ac:picMkLst>
        </pc:picChg>
        <pc:picChg chg="add mod">
          <ac:chgData name="SU, Yihang" userId="e1162f6a-9860-46a2-b37f-c8a16a76465c" providerId="ADAL" clId="{46714727-8548-4B47-8940-01341C2B367E}" dt="2026-04-15T05:30:55.352" v="238" actId="1076"/>
          <ac:picMkLst>
            <pc:docMk/>
            <pc:sldMk cId="3454719329" sldId="302"/>
            <ac:picMk id="11" creationId="{3ED7B0EC-EFD2-A3D5-9D1E-D7AD78EF9374}"/>
          </ac:picMkLst>
        </pc:picChg>
        <pc:picChg chg="add del mod">
          <ac:chgData name="SU, Yihang" userId="e1162f6a-9860-46a2-b37f-c8a16a76465c" providerId="ADAL" clId="{46714727-8548-4B47-8940-01341C2B367E}" dt="2026-04-15T05:20:43.296" v="68" actId="478"/>
          <ac:picMkLst>
            <pc:docMk/>
            <pc:sldMk cId="3454719329" sldId="302"/>
            <ac:picMk id="14" creationId="{50202E47-B2A2-2B17-3C21-6EDCE7C5C75F}"/>
          </ac:picMkLst>
        </pc:picChg>
        <pc:picChg chg="add mod">
          <ac:chgData name="SU, Yihang" userId="e1162f6a-9860-46a2-b37f-c8a16a76465c" providerId="ADAL" clId="{46714727-8548-4B47-8940-01341C2B367E}" dt="2026-04-15T05:30:49.914" v="237" actId="1076"/>
          <ac:picMkLst>
            <pc:docMk/>
            <pc:sldMk cId="3454719329" sldId="302"/>
            <ac:picMk id="16" creationId="{4ECB5759-ED40-EC11-7D6A-F7CA135125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1C053-4CC5-4ED2-82A7-E316E6657877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C199-9670-49F3-8A35-599BF4849D7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28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920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2F71-05A9-A627-F8B4-46C960F2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807B-05E1-4493-71E8-BD77AEB1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617DF-DC0E-0ECA-5AB6-F3AA754BA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91847-34CE-9724-5EB0-7D91A988F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45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10C8-8CA1-3BE7-1AA5-81E3D1A5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AC3C1-40BF-7587-CDF1-21BF266DE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C331D-538D-84FD-5DDD-22B0FF91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9DD1D-FABB-EC21-A0D1-461F1CAFD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564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40B4-40D5-C345-D338-C0002F03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FA31E-C7E7-0E95-8963-590C27F0C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7449F-20F1-0D5B-DDA0-79C1021D4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5E86-810D-E45A-CA43-C1EBF5DF1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230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14BC-CCF8-0C3A-F86C-6230C252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9DFFD-F934-E86D-A0DC-9459A125E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88CD1-ABBC-7AF8-B1DB-71F06BDDB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F55BB-C726-DD52-9024-92640CA84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97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3613-DFDD-3D07-ADFB-9966EE6E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60C9E-88AE-8A1D-36B7-A51AFC3A1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B9C8-5AF6-11E3-E71E-6BCBE9182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6EA01-89FD-C385-AB0D-7D1B8F319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4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C3D5-461A-0744-8DEA-CB88C28B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3A8A7-1C5D-D458-E03C-52DC45543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39CC9-7759-3426-B5D7-9A83771C1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8CC2D-DBF4-5055-28AF-41E4FBBDB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645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FB46-95F3-076F-56F9-203BE8FA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423CE-0EED-725B-E540-93E4F12B2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98CFA-85A8-D1A4-78CA-245FD4ED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9A59-B9E9-45FF-CE24-DA669A1E7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924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F26A-3FB0-389F-0540-C22F3919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EBF8D-4628-B0DC-B4B8-108F17077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B6761-5ED8-AD82-2FD9-FCFD221E6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3266-0B0A-D100-0EB9-7668D9FF2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14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ADDE-E647-3353-2211-C43F1F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3A213-FDCC-DB68-D1E0-9C94B5726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1323B-97BC-BA9E-C54F-48E2C4B38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CFEE9-6BDD-FB72-9491-4A75F5080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706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503F2-7D4B-4052-B161-D36DBFB2E35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5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B629A4-1D84-2BE1-95EB-003B9E4BC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3439F8-B611-E8FC-8BAA-A95686D06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D6A7DC-3BEA-1829-85F7-81B76580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CC7C75-EBF7-C974-7BBC-B213C658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AE9D42-AFAB-620A-73AB-C55274CB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3154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FCE2B2-F223-C638-5676-644ACA33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23E9AA-F498-97D9-DBBF-6E7272B50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49AACD-E076-4766-D189-93371F37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2023B7-D008-2F64-AE4C-F7B7262E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F03DC1-90D1-707A-8A1E-679A050A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910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21BC9-2C3B-E92C-3230-881FBBEC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AD4677-C39E-8D59-C632-84E740E33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901FA-112C-B3F4-CB1C-C0BE33F1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5F820F-7DB6-1ADC-7D26-2C19F392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D7819-FCA5-4BD6-3514-2D28082B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95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0DE5F-0605-489A-D949-17C90A2A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AC421-5918-4B90-9A07-E700ADBC8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AB94CE-F808-1446-D28D-CEED34095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0D23AB-E87C-CF7D-43F3-66A4DA31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2337ED-3D3D-0A01-563F-AF3B50E57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CD4767-CCFB-81AC-FDB6-0B636CDD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9013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1FFD72-DBA8-7695-A29D-792DC3C7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F87F79-C13D-0F63-EAE9-FDA9C76C7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4E8C7B-6FFB-D6B0-CB94-BFE3CDB01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335F4F0-EB97-8533-75D8-57B320F1E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47D1905-F848-C62D-5452-D615A2C50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B1CE87-2699-E764-6B95-73F96D73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68F00E-B58D-5C21-2F6F-7E5DC47F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6F24462-6BDD-6EBB-5B37-E08EB8B2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85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4E65E-B0C9-90AE-EF56-1BBD5383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C6080A-ACC7-1151-7883-BE29118D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FAF5A72-5E67-EA03-5B0D-470906E0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A4E5C1-AEF5-2EC5-827F-F785431F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1457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C6F285F-AB3A-95CC-FFC7-51D3DEB8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589D66-4CC2-7F30-209D-98DED6AD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8B9ED7-1B92-4537-C550-D0E94D12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9812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203E6A-0012-04BF-34E3-12ACA316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77D1FA-094F-3A69-B7B8-BF885769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271F3F-E466-21DE-B97B-C713CDCB9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4B3328-00EB-AE21-BC13-EC360D41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FDDA56-C0BC-095C-618A-2EF2ACD7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F3E38A-0A87-A311-EAC0-147611A1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0820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4D6A1-6610-9C02-BCD0-63A4D574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5C345F6-02D2-9422-88C7-67AFC1FD8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5A5E69-BDE0-BAF9-3C54-F2609997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4682B8-1947-8FC2-9EA3-8FE865A5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ADA591-CCC0-A67D-1412-9371BB7F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FABC21-1012-37F0-F6CA-89708D4C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5373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5D9DB-7B46-6B71-C1FB-12D32954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D6F9E4-04A7-96DE-0695-405F79A2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54AFAA-6956-653C-92AF-238B0736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7EE806-F8A5-43B0-1F55-AF192F7B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2455F2-D976-C654-BD86-55C02FC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CC97F13-0724-6854-1AFE-5F5509D1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76A4F8-8DA3-61F8-606F-A793D069F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C177B0-6DE1-8445-5290-2F795B4D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91187C-CF25-E25E-DE6F-F2897016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2F63B6-9554-49C5-6551-BE4AC35D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595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C44B85-0FB3-8985-C5CD-5894FEA7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HK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F8C6E0-CF73-CF53-CA97-8D6BE1ED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HK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0C0E4C-1FAA-B85C-3B29-81C0ED369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BF91D-63E5-44BF-A45F-7972674B1993}" type="datetimeFigureOut">
              <a:rPr lang="en-HK" smtClean="0"/>
              <a:t>14/4/2026</a:t>
            </a:fld>
            <a:endParaRPr lang="en-HK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FA8DCF-3266-791B-49F7-109F55395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2FA28-2F6A-3AAD-2693-69355F6EE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6FA13-AB78-41A3-A5A5-C17FCC36AF2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6775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F4B3EF-810C-4E51-BC5A-A38BCA47DFB4}"/>
              </a:ext>
            </a:extLst>
          </p:cNvPr>
          <p:cNvSpPr/>
          <p:nvPr/>
        </p:nvSpPr>
        <p:spPr>
          <a:xfrm>
            <a:off x="432076" y="336205"/>
            <a:ext cx="11354768" cy="1382071"/>
          </a:xfrm>
          <a:prstGeom prst="roundRect">
            <a:avLst>
              <a:gd name="adj" fmla="val 6708"/>
            </a:avLst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37" name="object 12">
            <a:extLst>
              <a:ext uri="{FF2B5EF4-FFF2-40B4-BE49-F238E27FC236}">
                <a16:creationId xmlns:a16="http://schemas.microsoft.com/office/drawing/2014/main" id="{224F931E-5D1B-4773-AAE2-4A676BE3795E}"/>
              </a:ext>
            </a:extLst>
          </p:cNvPr>
          <p:cNvSpPr txBox="1">
            <a:spLocks/>
          </p:cNvSpPr>
          <p:nvPr/>
        </p:nvSpPr>
        <p:spPr>
          <a:xfrm>
            <a:off x="891316" y="515886"/>
            <a:ext cx="10771813" cy="1019192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bg1"/>
                </a:solidFill>
                <a:latin typeface="Times New Roman"/>
                <a:cs typeface="Times New Roman"/>
              </a:rPr>
              <a:t>GNN-Enabled Trustworthy Sensor Fusion for Smart Agriculture</a:t>
            </a:r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D918A009-49BA-4EFB-A16A-FF5EDA964756}"/>
              </a:ext>
            </a:extLst>
          </p:cNvPr>
          <p:cNvSpPr txBox="1"/>
          <p:nvPr/>
        </p:nvSpPr>
        <p:spPr>
          <a:xfrm>
            <a:off x="3193548" y="2279254"/>
            <a:ext cx="5830708" cy="2576221"/>
          </a:xfrm>
          <a:prstGeom prst="rect">
            <a:avLst/>
          </a:prstGeom>
        </p:spPr>
        <p:txBody>
          <a:bodyPr vert="horz" wrap="square" lIns="0" tIns="33975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2864"/>
              </a:spcBef>
            </a:pPr>
            <a:r>
              <a:rPr lang="en-US" sz="2800" spc="-10" dirty="0">
                <a:latin typeface="Times New Roman"/>
                <a:cs typeface="LM Sans 10"/>
              </a:rPr>
              <a:t>SU</a:t>
            </a:r>
            <a:r>
              <a:rPr sz="2800" spc="208" dirty="0">
                <a:latin typeface="Times New Roman"/>
                <a:cs typeface="LM Sans 10"/>
              </a:rPr>
              <a:t> </a:t>
            </a:r>
            <a:r>
              <a:rPr lang="en-US" sz="2800" spc="208" dirty="0">
                <a:latin typeface="Times New Roman"/>
                <a:cs typeface="LM Sans 10"/>
              </a:rPr>
              <a:t>Yihang, LIU Bohan</a:t>
            </a:r>
            <a:endParaRPr lang="en-US" sz="2800" dirty="0">
              <a:ea typeface="等线"/>
            </a:endParaRPr>
          </a:p>
          <a:p>
            <a:pPr algn="ctr">
              <a:spcBef>
                <a:spcPts val="2864"/>
              </a:spcBef>
            </a:pPr>
            <a:r>
              <a:rPr lang="en-US" sz="2800" spc="-10" dirty="0">
                <a:latin typeface="Times New Roman"/>
                <a:cs typeface="LM Sans 10"/>
              </a:rPr>
              <a:t>1155173753</a:t>
            </a:r>
            <a:r>
              <a:rPr lang="en-US" sz="2800" spc="-10" dirty="0">
                <a:latin typeface="Times New Roman"/>
                <a:cs typeface="LM Sans 9"/>
              </a:rPr>
              <a:t>, 1155173765</a:t>
            </a:r>
            <a:endParaRPr lang="en-US" sz="2800" dirty="0">
              <a:ea typeface="等线" panose="02110004020202020204"/>
            </a:endParaRPr>
          </a:p>
          <a:p>
            <a:pPr marL="709295" marR="694055" algn="ctr">
              <a:lnSpc>
                <a:spcPct val="101499"/>
              </a:lnSpc>
              <a:spcBef>
                <a:spcPts val="1348"/>
              </a:spcBef>
            </a:pPr>
            <a:endParaRPr sz="1800" spc="-10" dirty="0">
              <a:latin typeface="Times New Roman"/>
              <a:cs typeface="LM Sans 9"/>
            </a:endParaRPr>
          </a:p>
          <a:p>
            <a:pPr algn="ctr">
              <a:spcBef>
                <a:spcPts val="10"/>
              </a:spcBef>
            </a:pPr>
            <a:r>
              <a:rPr lang="en-HK" sz="2800" spc="-10" dirty="0">
                <a:latin typeface="Times New Roman"/>
                <a:cs typeface="LM Sans 8"/>
              </a:rPr>
              <a:t>Information </a:t>
            </a:r>
            <a:r>
              <a:rPr sz="2800" spc="-10" dirty="0">
                <a:latin typeface="Times New Roman"/>
                <a:cs typeface="LM Sans 8"/>
              </a:rPr>
              <a:t>Engineering  </a:t>
            </a:r>
            <a:endParaRPr lang="en-US" sz="2800" spc="-10" dirty="0">
              <a:latin typeface="Times New Roman"/>
              <a:cs typeface="LM Sans 8"/>
            </a:endParaRPr>
          </a:p>
          <a:p>
            <a:pPr algn="ctr">
              <a:spcBef>
                <a:spcPts val="10"/>
              </a:spcBef>
            </a:pPr>
            <a:r>
              <a:rPr sz="2800" spc="-10" dirty="0">
                <a:latin typeface="Times New Roman"/>
                <a:cs typeface="LM Sans 8"/>
              </a:rPr>
              <a:t>The Chinese University of Hong</a:t>
            </a:r>
            <a:r>
              <a:rPr sz="2800" spc="-50" dirty="0">
                <a:latin typeface="Times New Roman"/>
                <a:cs typeface="LM Sans 8"/>
              </a:rPr>
              <a:t> </a:t>
            </a:r>
            <a:r>
              <a:rPr sz="2800" spc="-20" dirty="0">
                <a:latin typeface="Times New Roman"/>
                <a:cs typeface="LM Sans 8"/>
              </a:rPr>
              <a:t>Kong</a:t>
            </a:r>
            <a:endParaRPr sz="3200" dirty="0">
              <a:latin typeface="Times New Roman"/>
              <a:cs typeface="LM Sans 8"/>
            </a:endParaRPr>
          </a:p>
        </p:txBody>
      </p:sp>
      <p:pic>
        <p:nvPicPr>
          <p:cNvPr id="1030" name="Picture 6" descr="香港中文大學多媒體實驗室:所獲榮譽,深造情況,項目成果,知名校友,_中文百科全書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014" y="5055874"/>
            <a:ext cx="2204829" cy="152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29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EB40D6C-A39B-4D01-9246-D127ABAC8AA7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AD5A9B5-D938-44B5-A148-611E459DA76A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74C9494-265B-4910-AEDD-F0D116614BF7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C4C2B97-1487-4E90-B2AF-A7871692D3DD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C9E6E4-CA35-495C-8AEA-155F23125E1A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10046F4-DFD4-4FCF-8627-7A37F08E6F2F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2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B578573-16BC-4A9C-90AF-BA46BE82E7E5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4693046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>
                <a:solidFill>
                  <a:schemeClr val="bg1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B54924-9D3F-645A-DEB5-331739D942C9}"/>
              </a:ext>
            </a:extLst>
          </p:cNvPr>
          <p:cNvSpPr txBox="1"/>
          <p:nvPr/>
        </p:nvSpPr>
        <p:spPr>
          <a:xfrm>
            <a:off x="3482582" y="1224152"/>
            <a:ext cx="5226836" cy="4631312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altLang="zh-CN" sz="2800" spc="-10" dirty="0">
                <a:latin typeface="Times New Roman"/>
                <a:ea typeface="+mn-lt"/>
                <a:cs typeface="Times New Roman"/>
              </a:rPr>
              <a:t>Introduction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Motivation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System Overview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Data Workflow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Three-Stage Model Architecture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Experiment Settings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Results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Discussion</a:t>
            </a:r>
          </a:p>
          <a:p>
            <a:pPr marL="539115" marR="9525" indent="-514350">
              <a:lnSpc>
                <a:spcPct val="120000"/>
              </a:lnSpc>
              <a:buAutoNum type="arabicPeriod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Expected Timeline</a:t>
            </a:r>
          </a:p>
        </p:txBody>
      </p:sp>
    </p:spTree>
    <p:extLst>
      <p:ext uri="{BB962C8B-B14F-4D97-AF65-F5344CB8AC3E}">
        <p14:creationId xmlns:p14="http://schemas.microsoft.com/office/powerpoint/2010/main" val="310233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3876-A8EF-91A1-43BA-E02EF5AA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FD51E7C-8809-9693-9B9C-B3BBC3BFD064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7F4DB04-9922-3B05-7DAE-D13C87CD12D6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95EE822-92E3-A18A-1762-21E32542461A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ED6BBBB-E04D-FC88-CA95-CEE0061C20C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C63A8C-5F56-B186-DBC9-860DB329F167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00697E2-6942-5EE5-DD51-57E25B725FF6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3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A1CD79FE-A8F8-8175-E167-58C5147118A2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7BFE62-9EDD-CD85-9D66-85521E430E30}"/>
              </a:ext>
            </a:extLst>
          </p:cNvPr>
          <p:cNvSpPr txBox="1"/>
          <p:nvPr/>
        </p:nvSpPr>
        <p:spPr>
          <a:xfrm>
            <a:off x="461086" y="895579"/>
            <a:ext cx="11269828" cy="2643397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Propose a trustworthy sensor fusion system specifically for smart agriculture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Input: Sensor data from different sensors in a same area (e.g. greenhouse, farm)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Output: Conditions of this area (temperature, humidity, etc.) fused from sensor data + Confidence level of each sensor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Long Short-Term Memory (LSTM) + Graph Neural Network (GNN) =&gt; Spatiotemporal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Develop a specific hardware setting =&gt; Data collection + Feasibility verification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A12C2F-CCE7-F4F4-A8BF-BE3B9DAA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63" y="3629245"/>
            <a:ext cx="5167663" cy="285761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B826D8-3F82-9DC3-7203-EC088579A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419" y="3719937"/>
            <a:ext cx="4021660" cy="267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7E46-4DEA-7CA4-D8E3-07B6CE31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2B0BADD-E8A7-AAB5-BECE-C0787BC28331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F58DF4-9F26-A2BC-F134-5665CD7ACAF0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A3F350C-1A6A-F0C4-3FDF-D527D8A341EF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001FC62-871B-3156-6EDA-39729D4F1E8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42ADD46-4937-6AC6-B8EA-1ACF812EAE91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53EBE370-2165-FB4D-738D-80AA0C7FA3AD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4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FB9E6F25-AB60-7702-D1A3-ACA3DFFB01C9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Motivation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EF235E-3A20-78F0-A570-C71AA7756257}"/>
              </a:ext>
            </a:extLst>
          </p:cNvPr>
          <p:cNvSpPr txBox="1"/>
          <p:nvPr/>
        </p:nvSpPr>
        <p:spPr>
          <a:xfrm>
            <a:off x="984547" y="1319684"/>
            <a:ext cx="10222905" cy="4114248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Harsh environments induce frequent sensor drift/failure 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Location/weather disruptions degrade data availability 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Cascading errors in decision-making pipelines</a:t>
            </a: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Space info: nearer sensors should have more similarity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Time info: data from the same sensor should not change abruptly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Spatiotemporal info in sensor fusion =&gt; Confident condition result</a:t>
            </a:r>
          </a:p>
        </p:txBody>
      </p:sp>
    </p:spTree>
    <p:extLst>
      <p:ext uri="{BB962C8B-B14F-4D97-AF65-F5344CB8AC3E}">
        <p14:creationId xmlns:p14="http://schemas.microsoft.com/office/powerpoint/2010/main" val="29604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5CC35-4B20-E1B3-C857-AE5FD620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1EADE14D-934D-4684-19EA-A920565682D9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987FB70-3F27-73DF-24D8-6C1298782E5D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2BAF27B-7A1E-117D-A54B-B4D423D5ED50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27C238C-14E8-55B0-CC78-6C99D716F0D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77E7FA-5678-77DB-4082-C3C5A47E9AA0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8728D7BC-95A4-8A85-414E-4EF0EDB911FC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5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3DCC1E4-7DE0-1BDD-31A7-FFE70AB34AD7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System Overview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FEFC5B-2872-B1DE-F5D3-486F080DEDD8}"/>
              </a:ext>
            </a:extLst>
          </p:cNvPr>
          <p:cNvSpPr txBox="1"/>
          <p:nvPr/>
        </p:nvSpPr>
        <p:spPr>
          <a:xfrm>
            <a:off x="632881" y="853729"/>
            <a:ext cx="5051817" cy="494795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Ultimate goal: Edge system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9BF797-F6EC-536F-2E84-0FF9431C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9" y="1875517"/>
            <a:ext cx="5264820" cy="4241105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33E961F5-C8FE-2072-EA48-91AA0ABBED8B}"/>
              </a:ext>
            </a:extLst>
          </p:cNvPr>
          <p:cNvSpPr txBox="1"/>
          <p:nvPr/>
        </p:nvSpPr>
        <p:spPr>
          <a:xfrm>
            <a:off x="5984186" y="853730"/>
            <a:ext cx="6078861" cy="494795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For now: Model offloaded to cloud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2CEE57D-789F-4ADD-A885-14E4AC950E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47" b="2242"/>
          <a:stretch>
            <a:fillRect/>
          </a:stretch>
        </p:blipFill>
        <p:spPr>
          <a:xfrm>
            <a:off x="6907079" y="1474844"/>
            <a:ext cx="4233077" cy="50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7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DC6E-41A8-BB16-951A-E6FD1BF6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A8FCEFE8-5873-EED7-233B-977BAF2474AB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4B56007-C0A2-154A-AD3C-ACCDD42D1BB1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6B5A74D-4553-C98B-73C1-24E05B71BD19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04ABD4A-BAEA-697B-6A0B-14D38153C7E7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A50F6E5-205E-0611-4881-A7233D9464BC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3436CE8-C1DB-AB2B-4E59-EF1020827A6A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6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8302B916-D5B0-1A9F-AC66-7D10D2D5D214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Data Workflow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E8D0FC-B66B-B70D-F914-84C24E5D72B3}"/>
              </a:ext>
            </a:extLst>
          </p:cNvPr>
          <p:cNvSpPr txBox="1"/>
          <p:nvPr/>
        </p:nvSpPr>
        <p:spPr>
          <a:xfrm>
            <a:off x="512277" y="1779522"/>
            <a:ext cx="5338557" cy="3751392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Communication: 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MQTT for Pi &amp; ESP32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HTTP REST for Pi &amp; Cloud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Data workflow design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 err="1">
                <a:latin typeface="Times New Roman"/>
                <a:ea typeface="+mn-lt"/>
                <a:cs typeface="Times New Roman"/>
              </a:rPr>
              <a:t>json</a:t>
            </a:r>
            <a:r>
              <a:rPr lang="en-US" sz="2400" spc="-10" dirty="0">
                <a:latin typeface="Times New Roman"/>
                <a:ea typeface="+mn-lt"/>
                <a:cs typeface="Times New Roman"/>
              </a:rPr>
              <a:t>-based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Process in the PC / cloud phase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On a RTX3090</a:t>
            </a:r>
          </a:p>
          <a:p>
            <a:pPr marL="1561094" marR="9525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Training + Inference</a:t>
            </a:r>
          </a:p>
        </p:txBody>
      </p:sp>
      <p:pic>
        <p:nvPicPr>
          <p:cNvPr id="3074" name="Picture 2" descr="Convert the attached command line workflow diagram to a picture of the workflow The generated diagram should be professional clean and academic All the text in the diagram should be English_image_1">
            <a:extLst>
              <a:ext uri="{FF2B5EF4-FFF2-40B4-BE49-F238E27FC236}">
                <a16:creationId xmlns:a16="http://schemas.microsoft.com/office/drawing/2014/main" id="{47590D41-7112-1205-7932-B2A5147F8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735" y="749508"/>
            <a:ext cx="5064656" cy="582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26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6E16-FFB2-B8CB-D511-221ED746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9403D1E7-B640-1330-4608-FEE90861E575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883A76E-BF76-3958-C1E6-3C038CA1165E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8BF7214-86BC-EACD-9F02-3469548C22E2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AF38085-F3DB-B893-418E-3AA0C919F8B7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7DA1496-6C4A-DFE2-7791-7982CBB7D9D8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139166D-6934-836D-4B2A-AF354CB48DDF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7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D2638E04-16B8-6464-3A08-43B5838FDDEC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Three-Stage Model Architecture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B094C9-1D93-BC78-4CC0-614496D3ADB3}"/>
              </a:ext>
            </a:extLst>
          </p:cNvPr>
          <p:cNvSpPr txBox="1"/>
          <p:nvPr/>
        </p:nvSpPr>
        <p:spPr>
          <a:xfrm>
            <a:off x="233956" y="1671238"/>
            <a:ext cx="5561216" cy="2045989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marR="9525">
              <a:lnSpc>
                <a:spcPct val="120000"/>
              </a:lnSpc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What we do in the PC / cloud phase?</a:t>
            </a:r>
          </a:p>
          <a:p>
            <a:pPr marL="24765" marR="9525">
              <a:lnSpc>
                <a:spcPct val="120000"/>
              </a:lnSpc>
            </a:pPr>
            <a:endParaRPr lang="en-US" sz="2800" spc="-10" dirty="0">
              <a:latin typeface="Times New Roman"/>
              <a:ea typeface="+mn-lt"/>
              <a:cs typeface="Times New Roman"/>
            </a:endParaRP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The </a:t>
            </a:r>
            <a:r>
              <a:rPr lang="en-US" sz="2800" spc="-10" dirty="0" err="1">
                <a:latin typeface="Times New Roman"/>
                <a:ea typeface="+mn-lt"/>
                <a:cs typeface="Times New Roman"/>
              </a:rPr>
              <a:t>TrustFusion</a:t>
            </a:r>
            <a:r>
              <a:rPr lang="en-US" sz="2800" spc="-10" dirty="0">
                <a:latin typeface="Times New Roman"/>
                <a:ea typeface="+mn-lt"/>
                <a:cs typeface="Times New Roman"/>
              </a:rPr>
              <a:t>-GNN Three-Stage Architecture</a:t>
            </a:r>
          </a:p>
        </p:txBody>
      </p:sp>
      <p:pic>
        <p:nvPicPr>
          <p:cNvPr id="2050" name="Picture 2" descr="Convert the attached command line diagram to a picture of the diagram The generated diagram should be professional clean and academic All the text in the diagram should be English_image_1">
            <a:extLst>
              <a:ext uri="{FF2B5EF4-FFF2-40B4-BE49-F238E27FC236}">
                <a16:creationId xmlns:a16="http://schemas.microsoft.com/office/drawing/2014/main" id="{8EFADBF6-3B44-ECB1-3567-AA435C1A1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187" y="1225033"/>
            <a:ext cx="6187796" cy="498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8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FCC4C-7698-E08C-B602-D2F19CAC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365FFAD1-0908-13C5-E490-0899AA991026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77C20BD-9810-B83C-2420-1E680F97A9E9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83A5EAA-6F38-5851-C8FF-24F4F77051C9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121E0FE-8111-F753-9FA3-88513E7163A0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13DBC1C-B071-B21B-4112-3F0570745337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1EDA1B4D-2DAD-4072-25E3-628B46846B2F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8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FA9C0E77-B3C9-59A3-5427-3ED267FCD199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altLang="zh-CN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Experiment Settings</a:t>
            </a:r>
            <a:endParaRPr lang="en-US" sz="4000" b="1" spc="2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C103F0-E3A6-61C1-1999-5DBD9C85B365}"/>
              </a:ext>
            </a:extLst>
          </p:cNvPr>
          <p:cNvSpPr txBox="1"/>
          <p:nvPr/>
        </p:nvSpPr>
        <p:spPr>
          <a:xfrm>
            <a:off x="89040" y="814611"/>
            <a:ext cx="12013920" cy="2563054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Sensors used: DHT22 Temperature &amp; Humidity Sensor; 3-pin Capacitive Soil Moisture Sensor (non-metallic anti-oxidation probe); BH1750 Ambient Light Sensor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6 balanced fault types: BIAS; DRIFT; NOISE; RANDOM; SPIKE; STUCK_AT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Window: 30 time-steps; Epochs: 15; Early stopping patience: 5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60A040D-A503-BD97-7B5B-F53E6E5E4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52" y="3464865"/>
            <a:ext cx="10098747" cy="309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8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E1B9-469D-DBBD-3566-7E0FC627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3127C4-5C4E-56A2-175D-4A46AC9022EB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487CA6F-48F6-659B-BD96-962FA2AD56D3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410D8FD-1F4A-9D33-007F-6C93F52F33A7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3B80EE-A5FD-3AEE-B509-91DA9C8A7C02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F80DE1C-4CAE-7BFF-41D3-C4C68589B9FB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BFC70AA-76A3-3A88-3EC6-AD03C353727E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9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E3C87199-7A21-1DD7-8534-A872827A62B7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EB71C5-0CAC-3284-865C-9DE666351F9B}"/>
              </a:ext>
            </a:extLst>
          </p:cNvPr>
          <p:cNvSpPr txBox="1"/>
          <p:nvPr/>
        </p:nvSpPr>
        <p:spPr>
          <a:xfrm>
            <a:off x="455273" y="966654"/>
            <a:ext cx="11281454" cy="1528925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Train loss drops 59% over 15 epochs; best checkpoint at Epoch 12 (</a:t>
            </a:r>
            <a:r>
              <a:rPr lang="en-US" sz="2800" spc="-10" dirty="0" err="1">
                <a:latin typeface="Times New Roman"/>
                <a:ea typeface="+mn-lt"/>
                <a:cs typeface="Times New Roman"/>
              </a:rPr>
              <a:t>val</a:t>
            </a:r>
            <a:r>
              <a:rPr lang="en-US" sz="2800" spc="-10" dirty="0">
                <a:latin typeface="Times New Roman"/>
                <a:ea typeface="+mn-lt"/>
                <a:cs typeface="Times New Roman"/>
              </a:rPr>
              <a:t> loss = 0.337)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Times New Roman"/>
                <a:ea typeface="+mn-lt"/>
                <a:cs typeface="Times New Roman"/>
              </a:rPr>
              <a:t>Overall fusion MAPE of 3.16%; anomaly detection AUC-ROC = 0.808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DAF2629-9F91-54B6-E782-A880E15CC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17" y="2667718"/>
            <a:ext cx="5634183" cy="37459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988B5EE-FF91-79BD-F886-FA93B71DE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556" y="2606307"/>
            <a:ext cx="5039127" cy="38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9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D0AA-823C-BBE9-75E0-612BEA5F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1A860BF-42E9-1EEF-9CA5-AB7970766839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4F62CA5-3EB8-7C1F-FCCE-5A0DE2F7F70B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35AD0CAC-CBC8-D273-5BA0-2A636535B938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BAE51D-AB2C-173C-CFE7-6D62E1DDBC65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9DC05E5-C0B6-22D6-A567-03F8DACCBA36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A4C2E2F-4368-A6BD-D3F5-27C4F2461E58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10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90635DAA-6C90-C5D3-71CA-C0D23E254663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Discussion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8030BF-9821-54F9-357E-2A7489A5B662}"/>
              </a:ext>
            </a:extLst>
          </p:cNvPr>
          <p:cNvSpPr txBox="1"/>
          <p:nvPr/>
        </p:nvSpPr>
        <p:spPr>
          <a:xfrm>
            <a:off x="166506" y="821128"/>
            <a:ext cx="11858988" cy="1757000"/>
          </a:xfrm>
          <a:prstGeom prst="rect">
            <a:avLst/>
          </a:prstGeom>
        </p:spPr>
        <p:txBody>
          <a:bodyPr vert="horz" wrap="square" lIns="0" tIns="22650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Temperature and soil moisture channels achieve clinically meaningful accuracy (MAE &lt; 1.5); light's large absolute MAE is a scale artifact (52,000 lux range), not a model failure</a:t>
            </a:r>
          </a:p>
          <a:p>
            <a:pPr marL="481965" marR="952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latin typeface="Times New Roman"/>
                <a:ea typeface="+mn-lt"/>
                <a:cs typeface="Times New Roman"/>
              </a:rPr>
              <a:t>High recall (0.728) vs. lower precision (0.438) reflects a deliberate safety trade-off: in fault-tolerant IoT systems, missing a real fault is more costly than a false alarm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D7B0EC-EFD2-A3D5-9D1E-D7AD78EF9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2" y="2766201"/>
            <a:ext cx="5042065" cy="382901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ECB5759-ED40-EC11-7D6A-F7CA1351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084" y="2726181"/>
            <a:ext cx="5446296" cy="380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1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BFD4-621E-F29A-62E5-919E68F9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8A837DC-FCEB-369F-68E0-95003D1BBCD9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855425E-58E5-22ED-9A29-83FDE4328EA6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808384C-6856-2946-79B2-996C40428D8F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D6DE0A-C1E7-3A0C-797D-4D872AD206C9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3509C0D-1EED-343E-B9C4-D5CB191F1A91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C66A165-81C4-6E62-C1E8-70309FBB1EC9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ED13589-2800-42DE-BBC0-A64DA543424B}" type="slidenum">
              <a:rPr lang="en-US" altLang="zh-CN" sz="1150" spc="-10" smtClean="0">
                <a:solidFill>
                  <a:schemeClr val="bg1"/>
                </a:solidFill>
                <a:latin typeface="LM Sans 8"/>
                <a:cs typeface="LM Sans 8"/>
              </a:rPr>
              <a:t>11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236F1324-3305-769B-8BD3-1E19A2B0C296}"/>
              </a:ext>
            </a:extLst>
          </p:cNvPr>
          <p:cNvSpPr txBox="1">
            <a:spLocks/>
          </p:cNvSpPr>
          <p:nvPr/>
        </p:nvSpPr>
        <p:spPr>
          <a:xfrm>
            <a:off x="233956" y="13836"/>
            <a:ext cx="11626740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 algn="l">
              <a:spcBef>
                <a:spcPts val="268"/>
              </a:spcBef>
            </a:pPr>
            <a:r>
              <a:rPr lang="en-US" sz="4000" b="1" spc="20" dirty="0">
                <a:solidFill>
                  <a:schemeClr val="bg1"/>
                </a:solidFill>
                <a:latin typeface="Times New Roman"/>
                <a:cs typeface="Times New Roman"/>
              </a:rPr>
              <a:t>Expected Timeline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EBB2F1F-96DB-17CE-69E7-FBAC64884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75097"/>
              </p:ext>
            </p:extLst>
          </p:nvPr>
        </p:nvGraphicFramePr>
        <p:xfrm>
          <a:off x="1275522" y="1319261"/>
          <a:ext cx="9640956" cy="47104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75791">
                  <a:extLst>
                    <a:ext uri="{9D8B030D-6E8A-4147-A177-3AD203B41FA5}">
                      <a16:colId xmlns:a16="http://schemas.microsoft.com/office/drawing/2014/main" val="1420047568"/>
                    </a:ext>
                  </a:extLst>
                </a:gridCol>
                <a:gridCol w="7865165">
                  <a:extLst>
                    <a:ext uri="{9D8B030D-6E8A-4147-A177-3AD203B41FA5}">
                      <a16:colId xmlns:a16="http://schemas.microsoft.com/office/drawing/2014/main" val="3258149186"/>
                    </a:ext>
                  </a:extLst>
                </a:gridCol>
              </a:tblGrid>
              <a:tr h="672925"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bg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bg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Schedule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099409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algn="ctr"/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1-2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Identify the problem and design a solution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1474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3-4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Hardware prepare and system workflow design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761722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5-6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Implement the training and inference code in the cloud phase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21905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7-8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Construct and deploy the hardware; write corresponding codes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827056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9-10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Collect data and train the model; experiment and verify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974022"/>
                  </a:ext>
                </a:extLst>
              </a:tr>
              <a:tr h="672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Week 10-11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pc="-10" dirty="0">
                          <a:solidFill>
                            <a:schemeClr val="tx1"/>
                          </a:solidFill>
                          <a:latin typeface="Times New Roman"/>
                          <a:ea typeface="+mn-lt"/>
                          <a:cs typeface="Times New Roman"/>
                        </a:rPr>
                        <a:t>Quantize the trained model to fully run on edge</a:t>
                      </a:r>
                      <a:endParaRPr lang="en-HK" sz="2400" kern="1200" spc="-10" dirty="0">
                        <a:solidFill>
                          <a:schemeClr val="tx1"/>
                        </a:solidFill>
                        <a:latin typeface="Times New Roman"/>
                        <a:ea typeface="+mn-lt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141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24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EB40D6C-A39B-4D01-9246-D127ABAC8AA7}"/>
              </a:ext>
            </a:extLst>
          </p:cNvPr>
          <p:cNvGrpSpPr/>
          <p:nvPr/>
        </p:nvGrpSpPr>
        <p:grpSpPr>
          <a:xfrm>
            <a:off x="10248" y="6595217"/>
            <a:ext cx="12185882" cy="260026"/>
            <a:chOff x="0" y="3346450"/>
            <a:chExt cx="4608195" cy="10985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AD5A9B5-D938-44B5-A148-611E459DA76A}"/>
                </a:ext>
              </a:extLst>
            </p:cNvPr>
            <p:cNvSpPr/>
            <p:nvPr/>
          </p:nvSpPr>
          <p:spPr>
            <a:xfrm>
              <a:off x="0" y="3346450"/>
              <a:ext cx="1567180" cy="109855"/>
            </a:xfrm>
            <a:custGeom>
              <a:avLst/>
              <a:gdLst/>
              <a:ahLst/>
              <a:cxnLst/>
              <a:rect l="l" t="t" r="r" b="b"/>
              <a:pathLst>
                <a:path w="1567180" h="109854">
                  <a:moveTo>
                    <a:pt x="156669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66697" y="109550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74C9494-265B-4910-AEDD-F0D116614BF7}"/>
                </a:ext>
              </a:extLst>
            </p:cNvPr>
            <p:cNvSpPr/>
            <p:nvPr/>
          </p:nvSpPr>
          <p:spPr>
            <a:xfrm>
              <a:off x="156669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740E6C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C4C2B97-1487-4E90-B2AF-A7871692D3DD}"/>
                </a:ext>
              </a:extLst>
            </p:cNvPr>
            <p:cNvSpPr/>
            <p:nvPr/>
          </p:nvSpPr>
          <p:spPr>
            <a:xfrm>
              <a:off x="3087357" y="3346450"/>
              <a:ext cx="1520825" cy="109855"/>
            </a:xfrm>
            <a:custGeom>
              <a:avLst/>
              <a:gdLst/>
              <a:ahLst/>
              <a:cxnLst/>
              <a:rect l="l" t="t" r="r" b="b"/>
              <a:pathLst>
                <a:path w="1520825" h="109854">
                  <a:moveTo>
                    <a:pt x="1520647" y="0"/>
                  </a:moveTo>
                  <a:lnTo>
                    <a:pt x="0" y="0"/>
                  </a:lnTo>
                  <a:lnTo>
                    <a:pt x="0" y="109550"/>
                  </a:lnTo>
                  <a:lnTo>
                    <a:pt x="1520647" y="109550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570B5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79129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58258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23738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316517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5646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474775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7553904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33033" algn="l" defTabSz="1079129" rtl="0" eaLnBrk="1" latinLnBrk="0" hangingPunct="1">
                <a:defRPr sz="42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842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4C9E6E4-CA35-495C-8AEA-155F23125E1A}"/>
              </a:ext>
            </a:extLst>
          </p:cNvPr>
          <p:cNvSpPr/>
          <p:nvPr/>
        </p:nvSpPr>
        <p:spPr>
          <a:xfrm>
            <a:off x="1944" y="12095"/>
            <a:ext cx="12191908" cy="715317"/>
          </a:xfrm>
          <a:prstGeom prst="rect">
            <a:avLst/>
          </a:prstGeom>
          <a:solidFill>
            <a:srgbClr val="740E6C"/>
          </a:solidFill>
          <a:ln>
            <a:solidFill>
              <a:srgbClr val="740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420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B578573-16BC-4A9C-90AF-BA46BE82E7E5}"/>
              </a:ext>
            </a:extLst>
          </p:cNvPr>
          <p:cNvSpPr txBox="1">
            <a:spLocks/>
          </p:cNvSpPr>
          <p:nvPr/>
        </p:nvSpPr>
        <p:spPr>
          <a:xfrm>
            <a:off x="215814" y="1741"/>
            <a:ext cx="4312058" cy="649860"/>
          </a:xfrm>
          <a:prstGeom prst="rect">
            <a:avLst/>
          </a:prstGeom>
        </p:spPr>
        <p:txBody>
          <a:bodyPr vert="horz" wrap="square" lIns="0" tIns="33975" rIns="0" bIns="0" rtlCol="0" anchor="b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268"/>
              </a:spcBef>
            </a:pPr>
            <a:r>
              <a:rPr lang="en-US" sz="4000" b="1" spc="20">
                <a:solidFill>
                  <a:schemeClr val="bg1"/>
                </a:solidFill>
                <a:latin typeface="Times New Roman"/>
                <a:ea typeface="等线" panose="02110004020202020204"/>
                <a:cs typeface="Times New Roman"/>
              </a:rPr>
              <a:t>Q&amp;A</a:t>
            </a:r>
          </a:p>
        </p:txBody>
      </p:sp>
      <p:pic>
        <p:nvPicPr>
          <p:cNvPr id="1026" name="Picture 2" descr="Q＆a Silhouettes, Images for Download Free - silhouetteAC">
            <a:extLst>
              <a:ext uri="{FF2B5EF4-FFF2-40B4-BE49-F238E27FC236}">
                <a16:creationId xmlns:a16="http://schemas.microsoft.com/office/drawing/2014/main" id="{EFD81457-54C9-1274-12C2-FA84E5C3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2" y="1808625"/>
            <a:ext cx="3444628" cy="344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Q&amp;A for Wordpress">
            <a:extLst>
              <a:ext uri="{FF2B5EF4-FFF2-40B4-BE49-F238E27FC236}">
                <a16:creationId xmlns:a16="http://schemas.microsoft.com/office/drawing/2014/main" id="{22B5907F-E451-7000-1E01-5213249A2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82" y="1701703"/>
            <a:ext cx="3919222" cy="391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AD73C67E-CE64-3C01-C7FD-04A75BB8A4BA}"/>
              </a:ext>
            </a:extLst>
          </p:cNvPr>
          <p:cNvSpPr txBox="1"/>
          <p:nvPr/>
        </p:nvSpPr>
        <p:spPr>
          <a:xfrm>
            <a:off x="10038805" y="6583025"/>
            <a:ext cx="1601878" cy="231257"/>
          </a:xfrm>
          <a:prstGeom prst="rect">
            <a:avLst/>
          </a:prstGeom>
        </p:spPr>
        <p:txBody>
          <a:bodyPr vert="horz" wrap="square" lIns="0" tIns="47817" rIns="0" bIns="0" rtlCol="0" anchor="t">
            <a:spAutoFit/>
          </a:bodyPr>
          <a:lstStyle>
            <a:defPPr>
              <a:defRPr lang="en-US"/>
            </a:defPPr>
            <a:lvl1pPr marL="0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129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58258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738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16517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5646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74775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553904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633033" algn="l" defTabSz="1079129" rtl="0" eaLnBrk="1" latinLnBrk="0" hangingPunct="1">
              <a:defRPr sz="42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765">
              <a:spcBef>
                <a:spcPts val="377"/>
              </a:spcBef>
            </a:pPr>
            <a:fld id="{F9D10726-9283-47A4-BB4F-6165D8C6C6CF}" type="slidenum">
              <a:rPr lang="en-US" sz="1150" spc="-10" smtClean="0">
                <a:solidFill>
                  <a:schemeClr val="bg1"/>
                </a:solidFill>
                <a:latin typeface="LM Sans 8"/>
                <a:cs typeface="LM Sans 8"/>
              </a:rPr>
              <a:t>12</a:t>
            </a:fld>
            <a:endParaRPr lang="en-US" sz="1150" spc="-10" dirty="0">
              <a:solidFill>
                <a:schemeClr val="bg1"/>
              </a:solidFill>
              <a:latin typeface="LM Sans 8"/>
              <a:cs typeface="LM Sans 8"/>
            </a:endParaRPr>
          </a:p>
        </p:txBody>
      </p:sp>
    </p:spTree>
    <p:extLst>
      <p:ext uri="{BB962C8B-B14F-4D97-AF65-F5344CB8AC3E}">
        <p14:creationId xmlns:p14="http://schemas.microsoft.com/office/powerpoint/2010/main" val="3613159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482</Words>
  <Application>Microsoft Office PowerPoint</Application>
  <PresentationFormat>宽屏</PresentationFormat>
  <Paragraphs>95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LM Sans 8</vt:lpstr>
      <vt:lpstr>等线</vt:lpstr>
      <vt:lpstr>Aptos</vt:lpstr>
      <vt:lpstr>Aptos Display</vt:lpstr>
      <vt:lpstr>Arial</vt:lpstr>
      <vt:lpstr>Times New Roman</vt:lpstr>
      <vt:lpstr>Office 佈景主題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SU, Yihang</dc:creator>
  <cp:lastModifiedBy>SU, Yihang</cp:lastModifiedBy>
  <cp:revision>2</cp:revision>
  <dcterms:created xsi:type="dcterms:W3CDTF">2025-10-22T06:17:19Z</dcterms:created>
  <dcterms:modified xsi:type="dcterms:W3CDTF">2026-04-15T05:31:15Z</dcterms:modified>
</cp:coreProperties>
</file>